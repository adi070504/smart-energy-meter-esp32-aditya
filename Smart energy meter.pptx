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Lst>
  <p:notesMasterIdLst>
    <p:notesMasterId r:id="rId13"/>
  </p:notesMasterIdLst>
  <p:sldIdLst>
    <p:sldId id="272" r:id="rId2"/>
    <p:sldId id="257" r:id="rId3"/>
    <p:sldId id="258" r:id="rId4"/>
    <p:sldId id="259" r:id="rId5"/>
    <p:sldId id="261" r:id="rId6"/>
    <p:sldId id="269" r:id="rId7"/>
    <p:sldId id="268" r:id="rId8"/>
    <p:sldId id="270" r:id="rId9"/>
    <p:sldId id="271" r:id="rId10"/>
    <p:sldId id="266" r:id="rId11"/>
    <p:sldId id="267" r:id="rId12"/>
  </p:sldIdLst>
  <p:sldSz cx="12192000" cy="6858000"/>
  <p:notesSz cx="6858000" cy="9144000"/>
  <p:defaultTextStyle>
    <a:defPPr lvl="0">
      <a:defRPr lang="en-US"/>
    </a:defPPr>
    <a:lvl1pPr marL="0" lvl="0" algn="l" defTabSz="457200" rtl="0" eaLnBrk="1" latinLnBrk="0" hangingPunct="1">
      <a:defRPr sz="1800" kern="1200">
        <a:solidFill>
          <a:schemeClr val="tx1"/>
        </a:solidFill>
        <a:latin typeface="+mn-lt"/>
        <a:ea typeface="+mn-ea"/>
        <a:cs typeface="+mn-cs"/>
      </a:defRPr>
    </a:lvl1pPr>
    <a:lvl2pPr marL="457200" lvl="1" algn="l" defTabSz="457200" rtl="0" eaLnBrk="1" latinLnBrk="0" hangingPunct="1">
      <a:defRPr sz="1800" kern="1200">
        <a:solidFill>
          <a:schemeClr val="tx1"/>
        </a:solidFill>
        <a:latin typeface="+mn-lt"/>
        <a:ea typeface="+mn-ea"/>
        <a:cs typeface="+mn-cs"/>
      </a:defRPr>
    </a:lvl2pPr>
    <a:lvl3pPr marL="914400" lvl="2" algn="l" defTabSz="457200" rtl="0" eaLnBrk="1" latinLnBrk="0" hangingPunct="1">
      <a:defRPr sz="1800" kern="1200">
        <a:solidFill>
          <a:schemeClr val="tx1"/>
        </a:solidFill>
        <a:latin typeface="+mn-lt"/>
        <a:ea typeface="+mn-ea"/>
        <a:cs typeface="+mn-cs"/>
      </a:defRPr>
    </a:lvl3pPr>
    <a:lvl4pPr marL="1371600" lvl="3" algn="l" defTabSz="457200" rtl="0" eaLnBrk="1" latinLnBrk="0" hangingPunct="1">
      <a:defRPr sz="1800" kern="1200">
        <a:solidFill>
          <a:schemeClr val="tx1"/>
        </a:solidFill>
        <a:latin typeface="+mn-lt"/>
        <a:ea typeface="+mn-ea"/>
        <a:cs typeface="+mn-cs"/>
      </a:defRPr>
    </a:lvl4pPr>
    <a:lvl5pPr marL="1828800" lvl="4" algn="l" defTabSz="457200" rtl="0" eaLnBrk="1" latinLnBrk="0" hangingPunct="1">
      <a:defRPr sz="1800" kern="1200">
        <a:solidFill>
          <a:schemeClr val="tx1"/>
        </a:solidFill>
        <a:latin typeface="+mn-lt"/>
        <a:ea typeface="+mn-ea"/>
        <a:cs typeface="+mn-cs"/>
      </a:defRPr>
    </a:lvl5pPr>
    <a:lvl6pPr marL="2286000" lvl="5" algn="l" defTabSz="457200" rtl="0" eaLnBrk="1" latinLnBrk="0" hangingPunct="1">
      <a:defRPr sz="1800" kern="1200">
        <a:solidFill>
          <a:schemeClr val="tx1"/>
        </a:solidFill>
        <a:latin typeface="+mn-lt"/>
        <a:ea typeface="+mn-ea"/>
        <a:cs typeface="+mn-cs"/>
      </a:defRPr>
    </a:lvl6pPr>
    <a:lvl7pPr marL="2743200" lvl="6" algn="l" defTabSz="457200" rtl="0" eaLnBrk="1" latinLnBrk="0" hangingPunct="1">
      <a:defRPr sz="1800" kern="1200">
        <a:solidFill>
          <a:schemeClr val="tx1"/>
        </a:solidFill>
        <a:latin typeface="+mn-lt"/>
        <a:ea typeface="+mn-ea"/>
        <a:cs typeface="+mn-cs"/>
      </a:defRPr>
    </a:lvl7pPr>
    <a:lvl8pPr marL="3200400" lvl="7" algn="l" defTabSz="457200" rtl="0" eaLnBrk="1" latinLnBrk="0" hangingPunct="1">
      <a:defRPr sz="1800" kern="1200">
        <a:solidFill>
          <a:schemeClr val="tx1"/>
        </a:solidFill>
        <a:latin typeface="+mn-lt"/>
        <a:ea typeface="+mn-ea"/>
        <a:cs typeface="+mn-cs"/>
      </a:defRPr>
    </a:lvl8pPr>
    <a:lvl9pPr marL="3657600" lvl="8"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3" d="100"/>
          <a:sy n="73" d="100"/>
        </p:scale>
        <p:origin x="62" y="44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_rels/data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4" Type="http://schemas.openxmlformats.org/officeDocument/2006/relationships/image" Target="../media/image5.svg"/></Relationships>
</file>

<file path=ppt/diagrams/_rels/drawing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4" Type="http://schemas.openxmlformats.org/officeDocument/2006/relationships/image" Target="../media/image5.sv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1FDEB8D-F864-4E14-BEC1-787CB297BA80}"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C0E25CC6-7861-421E-B5B3-F4D6C585B709}">
      <dgm:prSet/>
      <dgm:spPr/>
      <dgm:t>
        <a:bodyPr/>
        <a:lstStyle/>
        <a:p>
          <a:r>
            <a:rPr lang="en-US" b="1"/>
            <a:t>Introduction</a:t>
          </a:r>
          <a:endParaRPr lang="en-US"/>
        </a:p>
      </dgm:t>
    </dgm:pt>
    <dgm:pt modelId="{5848F864-4A57-407A-8B85-C9A45C67EB0F}" type="parTrans" cxnId="{B583E142-3BA5-4275-9304-C0C825899EBA}">
      <dgm:prSet/>
      <dgm:spPr/>
      <dgm:t>
        <a:bodyPr/>
        <a:lstStyle/>
        <a:p>
          <a:endParaRPr lang="en-US"/>
        </a:p>
      </dgm:t>
    </dgm:pt>
    <dgm:pt modelId="{ADE2640F-EED3-4804-B770-E80DA60FCDA0}" type="sibTrans" cxnId="{B583E142-3BA5-4275-9304-C0C825899EBA}">
      <dgm:prSet/>
      <dgm:spPr/>
      <dgm:t>
        <a:bodyPr/>
        <a:lstStyle/>
        <a:p>
          <a:endParaRPr lang="en-US"/>
        </a:p>
      </dgm:t>
    </dgm:pt>
    <dgm:pt modelId="{D1EC73C1-20D0-49E7-A0E5-6BB0C9A5C226}">
      <dgm:prSet/>
      <dgm:spPr/>
      <dgm:t>
        <a:bodyPr/>
        <a:lstStyle/>
        <a:p>
          <a:r>
            <a:rPr lang="en-US" b="1"/>
            <a:t>Motivation</a:t>
          </a:r>
          <a:endParaRPr lang="en-US"/>
        </a:p>
      </dgm:t>
    </dgm:pt>
    <dgm:pt modelId="{46CE23A3-A4B6-4B91-AE24-E8923BAC5DED}" type="parTrans" cxnId="{78B90776-0001-4728-B465-575A185AD09B}">
      <dgm:prSet/>
      <dgm:spPr/>
      <dgm:t>
        <a:bodyPr/>
        <a:lstStyle/>
        <a:p>
          <a:endParaRPr lang="en-US"/>
        </a:p>
      </dgm:t>
    </dgm:pt>
    <dgm:pt modelId="{31F334F3-A630-492E-BED2-CC48B10124AC}" type="sibTrans" cxnId="{78B90776-0001-4728-B465-575A185AD09B}">
      <dgm:prSet/>
      <dgm:spPr/>
      <dgm:t>
        <a:bodyPr/>
        <a:lstStyle/>
        <a:p>
          <a:endParaRPr lang="en-US"/>
        </a:p>
      </dgm:t>
    </dgm:pt>
    <dgm:pt modelId="{AA630664-F904-4394-AD84-07B122276B93}">
      <dgm:prSet/>
      <dgm:spPr/>
      <dgm:t>
        <a:bodyPr/>
        <a:lstStyle/>
        <a:p>
          <a:r>
            <a:rPr lang="en-US" b="1"/>
            <a:t>Description of Project / Methodology Followed</a:t>
          </a:r>
          <a:endParaRPr lang="en-US"/>
        </a:p>
      </dgm:t>
    </dgm:pt>
    <dgm:pt modelId="{66338805-736E-4370-A98F-E66C1471C6BE}" type="parTrans" cxnId="{D06F04A6-AABF-450B-BCBE-D2F662D7EA7A}">
      <dgm:prSet/>
      <dgm:spPr/>
      <dgm:t>
        <a:bodyPr/>
        <a:lstStyle/>
        <a:p>
          <a:endParaRPr lang="en-US"/>
        </a:p>
      </dgm:t>
    </dgm:pt>
    <dgm:pt modelId="{6C438E65-2C71-4861-85AE-AAA049014C60}" type="sibTrans" cxnId="{D06F04A6-AABF-450B-BCBE-D2F662D7EA7A}">
      <dgm:prSet/>
      <dgm:spPr/>
      <dgm:t>
        <a:bodyPr/>
        <a:lstStyle/>
        <a:p>
          <a:endParaRPr lang="en-US"/>
        </a:p>
      </dgm:t>
    </dgm:pt>
    <dgm:pt modelId="{CF776333-5EFD-41BA-8698-001293840A95}">
      <dgm:prSet/>
      <dgm:spPr/>
      <dgm:t>
        <a:bodyPr/>
        <a:lstStyle/>
        <a:p>
          <a:r>
            <a:rPr lang="en-US" b="1"/>
            <a:t>Results &amp; Discussion</a:t>
          </a:r>
          <a:endParaRPr lang="en-US"/>
        </a:p>
      </dgm:t>
    </dgm:pt>
    <dgm:pt modelId="{F47CD34C-3B75-405F-84BB-C3126664261C}" type="parTrans" cxnId="{2657A4A2-EBEC-4C72-853B-3C9E5BA46A8B}">
      <dgm:prSet/>
      <dgm:spPr/>
      <dgm:t>
        <a:bodyPr/>
        <a:lstStyle/>
        <a:p>
          <a:endParaRPr lang="en-US"/>
        </a:p>
      </dgm:t>
    </dgm:pt>
    <dgm:pt modelId="{F55A84CF-C92F-45BC-9655-FA67DDBF2C9E}" type="sibTrans" cxnId="{2657A4A2-EBEC-4C72-853B-3C9E5BA46A8B}">
      <dgm:prSet/>
      <dgm:spPr/>
      <dgm:t>
        <a:bodyPr/>
        <a:lstStyle/>
        <a:p>
          <a:endParaRPr lang="en-US"/>
        </a:p>
      </dgm:t>
    </dgm:pt>
    <dgm:pt modelId="{56759AC9-4F4E-4AE5-88B3-88BDF96D536D}">
      <dgm:prSet/>
      <dgm:spPr/>
      <dgm:t>
        <a:bodyPr/>
        <a:lstStyle/>
        <a:p>
          <a:r>
            <a:rPr lang="en-US" b="1"/>
            <a:t>Conclusion</a:t>
          </a:r>
          <a:endParaRPr lang="en-US"/>
        </a:p>
      </dgm:t>
    </dgm:pt>
    <dgm:pt modelId="{E9D6B843-BE89-416E-A110-1E67A5DB4D40}" type="parTrans" cxnId="{1E3DC0A8-1428-4BF6-9AC4-7C6B7722EBFE}">
      <dgm:prSet/>
      <dgm:spPr/>
      <dgm:t>
        <a:bodyPr/>
        <a:lstStyle/>
        <a:p>
          <a:endParaRPr lang="en-US"/>
        </a:p>
      </dgm:t>
    </dgm:pt>
    <dgm:pt modelId="{E090283B-BE3E-4770-B507-3512463A5B0A}" type="sibTrans" cxnId="{1E3DC0A8-1428-4BF6-9AC4-7C6B7722EBFE}">
      <dgm:prSet/>
      <dgm:spPr/>
      <dgm:t>
        <a:bodyPr/>
        <a:lstStyle/>
        <a:p>
          <a:endParaRPr lang="en-US"/>
        </a:p>
      </dgm:t>
    </dgm:pt>
    <dgm:pt modelId="{B59CB03E-0EF5-498A-BF87-DD2BF8F704A0}">
      <dgm:prSet/>
      <dgm:spPr/>
      <dgm:t>
        <a:bodyPr/>
        <a:lstStyle/>
        <a:p>
          <a:r>
            <a:rPr lang="en-US" b="1"/>
            <a:t>References</a:t>
          </a:r>
          <a:endParaRPr lang="en-US"/>
        </a:p>
      </dgm:t>
    </dgm:pt>
    <dgm:pt modelId="{C4490B5C-680E-4298-B5CB-112187B070A0}" type="parTrans" cxnId="{AF393AAA-9D2A-453A-BA52-425419134574}">
      <dgm:prSet/>
      <dgm:spPr/>
      <dgm:t>
        <a:bodyPr/>
        <a:lstStyle/>
        <a:p>
          <a:endParaRPr lang="en-US"/>
        </a:p>
      </dgm:t>
    </dgm:pt>
    <dgm:pt modelId="{D0A3F8D3-A86A-4538-B613-C8EE745F2443}" type="sibTrans" cxnId="{AF393AAA-9D2A-453A-BA52-425419134574}">
      <dgm:prSet/>
      <dgm:spPr/>
      <dgm:t>
        <a:bodyPr/>
        <a:lstStyle/>
        <a:p>
          <a:endParaRPr lang="en-US"/>
        </a:p>
      </dgm:t>
    </dgm:pt>
    <dgm:pt modelId="{E59F17B3-E1D9-4263-AA56-8248AAF6BC2E}" type="pres">
      <dgm:prSet presAssocID="{91FDEB8D-F864-4E14-BEC1-787CB297BA80}" presName="linear" presStyleCnt="0">
        <dgm:presLayoutVars>
          <dgm:animLvl val="lvl"/>
          <dgm:resizeHandles val="exact"/>
        </dgm:presLayoutVars>
      </dgm:prSet>
      <dgm:spPr/>
    </dgm:pt>
    <dgm:pt modelId="{03B738C7-95AB-4DB0-839B-175CF371DD4F}" type="pres">
      <dgm:prSet presAssocID="{C0E25CC6-7861-421E-B5B3-F4D6C585B709}" presName="parentText" presStyleLbl="node1" presStyleIdx="0" presStyleCnt="6">
        <dgm:presLayoutVars>
          <dgm:chMax val="0"/>
          <dgm:bulletEnabled val="1"/>
        </dgm:presLayoutVars>
      </dgm:prSet>
      <dgm:spPr/>
    </dgm:pt>
    <dgm:pt modelId="{EE24DFCF-B513-48D5-888C-FAAE410FB22B}" type="pres">
      <dgm:prSet presAssocID="{ADE2640F-EED3-4804-B770-E80DA60FCDA0}" presName="spacer" presStyleCnt="0"/>
      <dgm:spPr/>
    </dgm:pt>
    <dgm:pt modelId="{D3B03979-3C1D-4CD8-8461-4E1949352B48}" type="pres">
      <dgm:prSet presAssocID="{D1EC73C1-20D0-49E7-A0E5-6BB0C9A5C226}" presName="parentText" presStyleLbl="node1" presStyleIdx="1" presStyleCnt="6">
        <dgm:presLayoutVars>
          <dgm:chMax val="0"/>
          <dgm:bulletEnabled val="1"/>
        </dgm:presLayoutVars>
      </dgm:prSet>
      <dgm:spPr/>
    </dgm:pt>
    <dgm:pt modelId="{7D2FD0FA-3397-4A5B-91EF-EA04BCD5AEAF}" type="pres">
      <dgm:prSet presAssocID="{31F334F3-A630-492E-BED2-CC48B10124AC}" presName="spacer" presStyleCnt="0"/>
      <dgm:spPr/>
    </dgm:pt>
    <dgm:pt modelId="{D53BECCA-61B6-4B59-A49F-D84EF92F988B}" type="pres">
      <dgm:prSet presAssocID="{AA630664-F904-4394-AD84-07B122276B93}" presName="parentText" presStyleLbl="node1" presStyleIdx="2" presStyleCnt="6">
        <dgm:presLayoutVars>
          <dgm:chMax val="0"/>
          <dgm:bulletEnabled val="1"/>
        </dgm:presLayoutVars>
      </dgm:prSet>
      <dgm:spPr/>
    </dgm:pt>
    <dgm:pt modelId="{300A647D-E5B1-4074-A90E-5F4DB9ED0617}" type="pres">
      <dgm:prSet presAssocID="{6C438E65-2C71-4861-85AE-AAA049014C60}" presName="spacer" presStyleCnt="0"/>
      <dgm:spPr/>
    </dgm:pt>
    <dgm:pt modelId="{2331E120-DE72-4AD9-9779-70115FB6E383}" type="pres">
      <dgm:prSet presAssocID="{CF776333-5EFD-41BA-8698-001293840A95}" presName="parentText" presStyleLbl="node1" presStyleIdx="3" presStyleCnt="6">
        <dgm:presLayoutVars>
          <dgm:chMax val="0"/>
          <dgm:bulletEnabled val="1"/>
        </dgm:presLayoutVars>
      </dgm:prSet>
      <dgm:spPr/>
    </dgm:pt>
    <dgm:pt modelId="{51D773D3-A859-435C-90EF-8C8C544DB122}" type="pres">
      <dgm:prSet presAssocID="{F55A84CF-C92F-45BC-9655-FA67DDBF2C9E}" presName="spacer" presStyleCnt="0"/>
      <dgm:spPr/>
    </dgm:pt>
    <dgm:pt modelId="{DA2A1354-C99D-400D-BD7F-27102CED13D9}" type="pres">
      <dgm:prSet presAssocID="{56759AC9-4F4E-4AE5-88B3-88BDF96D536D}" presName="parentText" presStyleLbl="node1" presStyleIdx="4" presStyleCnt="6">
        <dgm:presLayoutVars>
          <dgm:chMax val="0"/>
          <dgm:bulletEnabled val="1"/>
        </dgm:presLayoutVars>
      </dgm:prSet>
      <dgm:spPr/>
    </dgm:pt>
    <dgm:pt modelId="{D4CF5006-DA41-46E7-AA6A-2C9545C08F1A}" type="pres">
      <dgm:prSet presAssocID="{E090283B-BE3E-4770-B507-3512463A5B0A}" presName="spacer" presStyleCnt="0"/>
      <dgm:spPr/>
    </dgm:pt>
    <dgm:pt modelId="{56113636-3E0F-4ACF-AD87-12A0F7146AD8}" type="pres">
      <dgm:prSet presAssocID="{B59CB03E-0EF5-498A-BF87-DD2BF8F704A0}" presName="parentText" presStyleLbl="node1" presStyleIdx="5" presStyleCnt="6">
        <dgm:presLayoutVars>
          <dgm:chMax val="0"/>
          <dgm:bulletEnabled val="1"/>
        </dgm:presLayoutVars>
      </dgm:prSet>
      <dgm:spPr/>
    </dgm:pt>
  </dgm:ptLst>
  <dgm:cxnLst>
    <dgm:cxn modelId="{A695591F-D77E-462C-AE16-37802BCED551}" type="presOf" srcId="{AA630664-F904-4394-AD84-07B122276B93}" destId="{D53BECCA-61B6-4B59-A49F-D84EF92F988B}" srcOrd="0" destOrd="0" presId="urn:microsoft.com/office/officeart/2005/8/layout/vList2"/>
    <dgm:cxn modelId="{3E96D52B-5A8F-4645-A7EF-E13E68D9142A}" type="presOf" srcId="{B59CB03E-0EF5-498A-BF87-DD2BF8F704A0}" destId="{56113636-3E0F-4ACF-AD87-12A0F7146AD8}" srcOrd="0" destOrd="0" presId="urn:microsoft.com/office/officeart/2005/8/layout/vList2"/>
    <dgm:cxn modelId="{B583E142-3BA5-4275-9304-C0C825899EBA}" srcId="{91FDEB8D-F864-4E14-BEC1-787CB297BA80}" destId="{C0E25CC6-7861-421E-B5B3-F4D6C585B709}" srcOrd="0" destOrd="0" parTransId="{5848F864-4A57-407A-8B85-C9A45C67EB0F}" sibTransId="{ADE2640F-EED3-4804-B770-E80DA60FCDA0}"/>
    <dgm:cxn modelId="{DE45D84F-A69E-4AFB-868D-29C42F01887D}" type="presOf" srcId="{CF776333-5EFD-41BA-8698-001293840A95}" destId="{2331E120-DE72-4AD9-9779-70115FB6E383}" srcOrd="0" destOrd="0" presId="urn:microsoft.com/office/officeart/2005/8/layout/vList2"/>
    <dgm:cxn modelId="{78B90776-0001-4728-B465-575A185AD09B}" srcId="{91FDEB8D-F864-4E14-BEC1-787CB297BA80}" destId="{D1EC73C1-20D0-49E7-A0E5-6BB0C9A5C226}" srcOrd="1" destOrd="0" parTransId="{46CE23A3-A4B6-4B91-AE24-E8923BAC5DED}" sibTransId="{31F334F3-A630-492E-BED2-CC48B10124AC}"/>
    <dgm:cxn modelId="{939F8680-08AC-4500-AAB8-F571CD7C81AF}" type="presOf" srcId="{56759AC9-4F4E-4AE5-88B3-88BDF96D536D}" destId="{DA2A1354-C99D-400D-BD7F-27102CED13D9}" srcOrd="0" destOrd="0" presId="urn:microsoft.com/office/officeart/2005/8/layout/vList2"/>
    <dgm:cxn modelId="{135C1A90-433D-43DA-9825-8DE8E50D8A79}" type="presOf" srcId="{91FDEB8D-F864-4E14-BEC1-787CB297BA80}" destId="{E59F17B3-E1D9-4263-AA56-8248AAF6BC2E}" srcOrd="0" destOrd="0" presId="urn:microsoft.com/office/officeart/2005/8/layout/vList2"/>
    <dgm:cxn modelId="{C5698AA0-A3E3-43A4-AB92-704AA70A06B5}" type="presOf" srcId="{C0E25CC6-7861-421E-B5B3-F4D6C585B709}" destId="{03B738C7-95AB-4DB0-839B-175CF371DD4F}" srcOrd="0" destOrd="0" presId="urn:microsoft.com/office/officeart/2005/8/layout/vList2"/>
    <dgm:cxn modelId="{2657A4A2-EBEC-4C72-853B-3C9E5BA46A8B}" srcId="{91FDEB8D-F864-4E14-BEC1-787CB297BA80}" destId="{CF776333-5EFD-41BA-8698-001293840A95}" srcOrd="3" destOrd="0" parTransId="{F47CD34C-3B75-405F-84BB-C3126664261C}" sibTransId="{F55A84CF-C92F-45BC-9655-FA67DDBF2C9E}"/>
    <dgm:cxn modelId="{D06F04A6-AABF-450B-BCBE-D2F662D7EA7A}" srcId="{91FDEB8D-F864-4E14-BEC1-787CB297BA80}" destId="{AA630664-F904-4394-AD84-07B122276B93}" srcOrd="2" destOrd="0" parTransId="{66338805-736E-4370-A98F-E66C1471C6BE}" sibTransId="{6C438E65-2C71-4861-85AE-AAA049014C60}"/>
    <dgm:cxn modelId="{1E3DC0A8-1428-4BF6-9AC4-7C6B7722EBFE}" srcId="{91FDEB8D-F864-4E14-BEC1-787CB297BA80}" destId="{56759AC9-4F4E-4AE5-88B3-88BDF96D536D}" srcOrd="4" destOrd="0" parTransId="{E9D6B843-BE89-416E-A110-1E67A5DB4D40}" sibTransId="{E090283B-BE3E-4770-B507-3512463A5B0A}"/>
    <dgm:cxn modelId="{AF393AAA-9D2A-453A-BA52-425419134574}" srcId="{91FDEB8D-F864-4E14-BEC1-787CB297BA80}" destId="{B59CB03E-0EF5-498A-BF87-DD2BF8F704A0}" srcOrd="5" destOrd="0" parTransId="{C4490B5C-680E-4298-B5CB-112187B070A0}" sibTransId="{D0A3F8D3-A86A-4538-B613-C8EE745F2443}"/>
    <dgm:cxn modelId="{E6B614D2-D0ED-4586-84DC-B6DBFCBA4A69}" type="presOf" srcId="{D1EC73C1-20D0-49E7-A0E5-6BB0C9A5C226}" destId="{D3B03979-3C1D-4CD8-8461-4E1949352B48}" srcOrd="0" destOrd="0" presId="urn:microsoft.com/office/officeart/2005/8/layout/vList2"/>
    <dgm:cxn modelId="{567600D2-20A4-46FB-9F64-BC09A0ADB2CF}" type="presParOf" srcId="{E59F17B3-E1D9-4263-AA56-8248AAF6BC2E}" destId="{03B738C7-95AB-4DB0-839B-175CF371DD4F}" srcOrd="0" destOrd="0" presId="urn:microsoft.com/office/officeart/2005/8/layout/vList2"/>
    <dgm:cxn modelId="{40B65757-EC1C-41E2-887A-DB595D5E5CE0}" type="presParOf" srcId="{E59F17B3-E1D9-4263-AA56-8248AAF6BC2E}" destId="{EE24DFCF-B513-48D5-888C-FAAE410FB22B}" srcOrd="1" destOrd="0" presId="urn:microsoft.com/office/officeart/2005/8/layout/vList2"/>
    <dgm:cxn modelId="{A979DA47-7EC8-4C35-9117-2D9DE4E0C294}" type="presParOf" srcId="{E59F17B3-E1D9-4263-AA56-8248AAF6BC2E}" destId="{D3B03979-3C1D-4CD8-8461-4E1949352B48}" srcOrd="2" destOrd="0" presId="urn:microsoft.com/office/officeart/2005/8/layout/vList2"/>
    <dgm:cxn modelId="{D6EFD0FF-77BE-40D7-8746-50E6E1DD952E}" type="presParOf" srcId="{E59F17B3-E1D9-4263-AA56-8248AAF6BC2E}" destId="{7D2FD0FA-3397-4A5B-91EF-EA04BCD5AEAF}" srcOrd="3" destOrd="0" presId="urn:microsoft.com/office/officeart/2005/8/layout/vList2"/>
    <dgm:cxn modelId="{87669E61-56A3-4393-9C6B-A809F507712A}" type="presParOf" srcId="{E59F17B3-E1D9-4263-AA56-8248AAF6BC2E}" destId="{D53BECCA-61B6-4B59-A49F-D84EF92F988B}" srcOrd="4" destOrd="0" presId="urn:microsoft.com/office/officeart/2005/8/layout/vList2"/>
    <dgm:cxn modelId="{44671BEB-39B2-400D-958B-8FAC3BC012F6}" type="presParOf" srcId="{E59F17B3-E1D9-4263-AA56-8248AAF6BC2E}" destId="{300A647D-E5B1-4074-A90E-5F4DB9ED0617}" srcOrd="5" destOrd="0" presId="urn:microsoft.com/office/officeart/2005/8/layout/vList2"/>
    <dgm:cxn modelId="{1249C6C8-AD60-4B59-B694-E0498518269D}" type="presParOf" srcId="{E59F17B3-E1D9-4263-AA56-8248AAF6BC2E}" destId="{2331E120-DE72-4AD9-9779-70115FB6E383}" srcOrd="6" destOrd="0" presId="urn:microsoft.com/office/officeart/2005/8/layout/vList2"/>
    <dgm:cxn modelId="{47D43A62-4882-40C0-87EF-BE352529EF9E}" type="presParOf" srcId="{E59F17B3-E1D9-4263-AA56-8248AAF6BC2E}" destId="{51D773D3-A859-435C-90EF-8C8C544DB122}" srcOrd="7" destOrd="0" presId="urn:microsoft.com/office/officeart/2005/8/layout/vList2"/>
    <dgm:cxn modelId="{0A59B6A8-1B96-4047-B9F7-537A6D80DC9F}" type="presParOf" srcId="{E59F17B3-E1D9-4263-AA56-8248AAF6BC2E}" destId="{DA2A1354-C99D-400D-BD7F-27102CED13D9}" srcOrd="8" destOrd="0" presId="urn:microsoft.com/office/officeart/2005/8/layout/vList2"/>
    <dgm:cxn modelId="{2859CAF4-27D8-47AA-B30B-66C3F41A9C02}" type="presParOf" srcId="{E59F17B3-E1D9-4263-AA56-8248AAF6BC2E}" destId="{D4CF5006-DA41-46E7-AA6A-2C9545C08F1A}" srcOrd="9" destOrd="0" presId="urn:microsoft.com/office/officeart/2005/8/layout/vList2"/>
    <dgm:cxn modelId="{AFDB75B8-A8BC-4FB1-8829-D3B5CF7231B8}" type="presParOf" srcId="{E59F17B3-E1D9-4263-AA56-8248AAF6BC2E}" destId="{56113636-3E0F-4ACF-AD87-12A0F7146AD8}" srcOrd="1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668D83C-00C8-45DB-A72F-CEE08BC13C58}"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9D5158C1-932F-4263-84D9-C9CE72B28A19}">
      <dgm:prSet/>
      <dgm:spPr/>
      <dgm:t>
        <a:bodyPr/>
        <a:lstStyle/>
        <a:p>
          <a:r>
            <a:rPr lang="en-US" b="1"/>
            <a:t>The internet of things (IoT) describes the network of physical objects that are embedded with sensors, software and other technologies for the purpose of connecting and exchanging data with other systems over the internet.</a:t>
          </a:r>
          <a:endParaRPr lang="en-US"/>
        </a:p>
      </dgm:t>
    </dgm:pt>
    <dgm:pt modelId="{852EBD87-FFD2-4A39-A62C-FF060898CD37}" type="parTrans" cxnId="{3E40DF79-924A-4F9A-A4BD-B82EFA2B744C}">
      <dgm:prSet/>
      <dgm:spPr/>
      <dgm:t>
        <a:bodyPr/>
        <a:lstStyle/>
        <a:p>
          <a:endParaRPr lang="en-US"/>
        </a:p>
      </dgm:t>
    </dgm:pt>
    <dgm:pt modelId="{BD42A511-AED4-424F-AD2A-EAE343F6C938}" type="sibTrans" cxnId="{3E40DF79-924A-4F9A-A4BD-B82EFA2B744C}">
      <dgm:prSet/>
      <dgm:spPr/>
      <dgm:t>
        <a:bodyPr/>
        <a:lstStyle/>
        <a:p>
          <a:endParaRPr lang="en-US"/>
        </a:p>
      </dgm:t>
    </dgm:pt>
    <dgm:pt modelId="{6163A641-E964-43F4-BA48-D2646AF7E8FE}">
      <dgm:prSet/>
      <dgm:spPr/>
      <dgm:t>
        <a:bodyPr/>
        <a:lstStyle/>
        <a:p>
          <a:r>
            <a:rPr lang="en-US" b="1"/>
            <a:t>An Energy meter is a device, which is used for measuring the energy utilized by the electric load. This energy is basically the total power consumed by the load at a particular interval of time.</a:t>
          </a:r>
          <a:endParaRPr lang="en-US"/>
        </a:p>
      </dgm:t>
    </dgm:pt>
    <dgm:pt modelId="{316749CE-191D-4817-8EFB-515C3C250C80}" type="parTrans" cxnId="{90920814-684F-435D-8635-FAF2D393B4FA}">
      <dgm:prSet/>
      <dgm:spPr/>
      <dgm:t>
        <a:bodyPr/>
        <a:lstStyle/>
        <a:p>
          <a:endParaRPr lang="en-US"/>
        </a:p>
      </dgm:t>
    </dgm:pt>
    <dgm:pt modelId="{AC59F74D-5119-4372-8719-B8EACD56FCF7}" type="sibTrans" cxnId="{90920814-684F-435D-8635-FAF2D393B4FA}">
      <dgm:prSet/>
      <dgm:spPr/>
      <dgm:t>
        <a:bodyPr/>
        <a:lstStyle/>
        <a:p>
          <a:endParaRPr lang="en-US"/>
        </a:p>
      </dgm:t>
    </dgm:pt>
    <dgm:pt modelId="{0EBC39C3-2426-4B28-B30B-8E324D2027EC}" type="pres">
      <dgm:prSet presAssocID="{5668D83C-00C8-45DB-A72F-CEE08BC13C58}" presName="root" presStyleCnt="0">
        <dgm:presLayoutVars>
          <dgm:dir/>
          <dgm:resizeHandles val="exact"/>
        </dgm:presLayoutVars>
      </dgm:prSet>
      <dgm:spPr/>
    </dgm:pt>
    <dgm:pt modelId="{7828665E-3A47-4080-8C89-D37F29AD4FDF}" type="pres">
      <dgm:prSet presAssocID="{9D5158C1-932F-4263-84D9-C9CE72B28A19}" presName="compNode" presStyleCnt="0"/>
      <dgm:spPr/>
    </dgm:pt>
    <dgm:pt modelId="{887569F3-DCDD-408D-A3CE-1DA10EE72CE6}" type="pres">
      <dgm:prSet presAssocID="{9D5158C1-932F-4263-84D9-C9CE72B28A19}" presName="bgRect" presStyleLbl="bgShp" presStyleIdx="0" presStyleCnt="2"/>
      <dgm:spPr/>
    </dgm:pt>
    <dgm:pt modelId="{25917B01-276D-4A38-A39A-F7DC8D997395}" type="pres">
      <dgm:prSet presAssocID="{9D5158C1-932F-4263-84D9-C9CE72B28A19}"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Wireless router"/>
        </a:ext>
      </dgm:extLst>
    </dgm:pt>
    <dgm:pt modelId="{C636950D-BC71-4D1A-B256-CB4ABF479860}" type="pres">
      <dgm:prSet presAssocID="{9D5158C1-932F-4263-84D9-C9CE72B28A19}" presName="spaceRect" presStyleCnt="0"/>
      <dgm:spPr/>
    </dgm:pt>
    <dgm:pt modelId="{7E46D400-E4BE-4840-A3B9-A75F0929A3DA}" type="pres">
      <dgm:prSet presAssocID="{9D5158C1-932F-4263-84D9-C9CE72B28A19}" presName="parTx" presStyleLbl="revTx" presStyleIdx="0" presStyleCnt="2">
        <dgm:presLayoutVars>
          <dgm:chMax val="0"/>
          <dgm:chPref val="0"/>
        </dgm:presLayoutVars>
      </dgm:prSet>
      <dgm:spPr/>
    </dgm:pt>
    <dgm:pt modelId="{AF38963D-0402-49B6-B86F-6F82BEF62170}" type="pres">
      <dgm:prSet presAssocID="{BD42A511-AED4-424F-AD2A-EAE343F6C938}" presName="sibTrans" presStyleCnt="0"/>
      <dgm:spPr/>
    </dgm:pt>
    <dgm:pt modelId="{1AE7D091-5DE0-4FE9-A28F-3856FB9BCF3C}" type="pres">
      <dgm:prSet presAssocID="{6163A641-E964-43F4-BA48-D2646AF7E8FE}" presName="compNode" presStyleCnt="0"/>
      <dgm:spPr/>
    </dgm:pt>
    <dgm:pt modelId="{5FDD0CD3-E718-4C6B-BA41-FD8AFF54A276}" type="pres">
      <dgm:prSet presAssocID="{6163A641-E964-43F4-BA48-D2646AF7E8FE}" presName="bgRect" presStyleLbl="bgShp" presStyleIdx="1" presStyleCnt="2"/>
      <dgm:spPr/>
    </dgm:pt>
    <dgm:pt modelId="{2543521A-EDAB-43DB-A8D1-366C57901B5B}" type="pres">
      <dgm:prSet presAssocID="{6163A641-E964-43F4-BA48-D2646AF7E8FE}"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Windmill"/>
        </a:ext>
      </dgm:extLst>
    </dgm:pt>
    <dgm:pt modelId="{6DD5E537-AC8C-4EDE-8B5A-45B6930142A0}" type="pres">
      <dgm:prSet presAssocID="{6163A641-E964-43F4-BA48-D2646AF7E8FE}" presName="spaceRect" presStyleCnt="0"/>
      <dgm:spPr/>
    </dgm:pt>
    <dgm:pt modelId="{D38C24F5-9943-4B54-B5A0-CCD2CB182868}" type="pres">
      <dgm:prSet presAssocID="{6163A641-E964-43F4-BA48-D2646AF7E8FE}" presName="parTx" presStyleLbl="revTx" presStyleIdx="1" presStyleCnt="2">
        <dgm:presLayoutVars>
          <dgm:chMax val="0"/>
          <dgm:chPref val="0"/>
        </dgm:presLayoutVars>
      </dgm:prSet>
      <dgm:spPr/>
    </dgm:pt>
  </dgm:ptLst>
  <dgm:cxnLst>
    <dgm:cxn modelId="{90920814-684F-435D-8635-FAF2D393B4FA}" srcId="{5668D83C-00C8-45DB-A72F-CEE08BC13C58}" destId="{6163A641-E964-43F4-BA48-D2646AF7E8FE}" srcOrd="1" destOrd="0" parTransId="{316749CE-191D-4817-8EFB-515C3C250C80}" sibTransId="{AC59F74D-5119-4372-8719-B8EACD56FCF7}"/>
    <dgm:cxn modelId="{8C226C57-742C-46CF-995B-31937DB1A01E}" type="presOf" srcId="{9D5158C1-932F-4263-84D9-C9CE72B28A19}" destId="{7E46D400-E4BE-4840-A3B9-A75F0929A3DA}" srcOrd="0" destOrd="0" presId="urn:microsoft.com/office/officeart/2018/2/layout/IconVerticalSolidList"/>
    <dgm:cxn modelId="{3E40DF79-924A-4F9A-A4BD-B82EFA2B744C}" srcId="{5668D83C-00C8-45DB-A72F-CEE08BC13C58}" destId="{9D5158C1-932F-4263-84D9-C9CE72B28A19}" srcOrd="0" destOrd="0" parTransId="{852EBD87-FFD2-4A39-A62C-FF060898CD37}" sibTransId="{BD42A511-AED4-424F-AD2A-EAE343F6C938}"/>
    <dgm:cxn modelId="{2F5A737F-3E9B-49CD-943D-D2838F755E58}" type="presOf" srcId="{6163A641-E964-43F4-BA48-D2646AF7E8FE}" destId="{D38C24F5-9943-4B54-B5A0-CCD2CB182868}" srcOrd="0" destOrd="0" presId="urn:microsoft.com/office/officeart/2018/2/layout/IconVerticalSolidList"/>
    <dgm:cxn modelId="{0F5CD4F0-5B82-4C63-99FD-14CC7B07239C}" type="presOf" srcId="{5668D83C-00C8-45DB-A72F-CEE08BC13C58}" destId="{0EBC39C3-2426-4B28-B30B-8E324D2027EC}" srcOrd="0" destOrd="0" presId="urn:microsoft.com/office/officeart/2018/2/layout/IconVerticalSolidList"/>
    <dgm:cxn modelId="{BA1C7471-C155-4FB9-A1CE-1B8A0BB50A0B}" type="presParOf" srcId="{0EBC39C3-2426-4B28-B30B-8E324D2027EC}" destId="{7828665E-3A47-4080-8C89-D37F29AD4FDF}" srcOrd="0" destOrd="0" presId="urn:microsoft.com/office/officeart/2018/2/layout/IconVerticalSolidList"/>
    <dgm:cxn modelId="{19D62386-D39F-45C1-8A19-35A407F83B92}" type="presParOf" srcId="{7828665E-3A47-4080-8C89-D37F29AD4FDF}" destId="{887569F3-DCDD-408D-A3CE-1DA10EE72CE6}" srcOrd="0" destOrd="0" presId="urn:microsoft.com/office/officeart/2018/2/layout/IconVerticalSolidList"/>
    <dgm:cxn modelId="{7995D27A-2CCB-43A1-A9D3-65F680C8305C}" type="presParOf" srcId="{7828665E-3A47-4080-8C89-D37F29AD4FDF}" destId="{25917B01-276D-4A38-A39A-F7DC8D997395}" srcOrd="1" destOrd="0" presId="urn:microsoft.com/office/officeart/2018/2/layout/IconVerticalSolidList"/>
    <dgm:cxn modelId="{3D73038F-4DB1-4C7C-BC36-11C3C2279A73}" type="presParOf" srcId="{7828665E-3A47-4080-8C89-D37F29AD4FDF}" destId="{C636950D-BC71-4D1A-B256-CB4ABF479860}" srcOrd="2" destOrd="0" presId="urn:microsoft.com/office/officeart/2018/2/layout/IconVerticalSolidList"/>
    <dgm:cxn modelId="{3BB83356-7529-44A4-B1A6-3D4E55EB9254}" type="presParOf" srcId="{7828665E-3A47-4080-8C89-D37F29AD4FDF}" destId="{7E46D400-E4BE-4840-A3B9-A75F0929A3DA}" srcOrd="3" destOrd="0" presId="urn:microsoft.com/office/officeart/2018/2/layout/IconVerticalSolidList"/>
    <dgm:cxn modelId="{595248CA-161D-431F-9067-5A32D9A90C88}" type="presParOf" srcId="{0EBC39C3-2426-4B28-B30B-8E324D2027EC}" destId="{AF38963D-0402-49B6-B86F-6F82BEF62170}" srcOrd="1" destOrd="0" presId="urn:microsoft.com/office/officeart/2018/2/layout/IconVerticalSolidList"/>
    <dgm:cxn modelId="{93AA47B6-E6E3-427D-94D5-592A2F82922E}" type="presParOf" srcId="{0EBC39C3-2426-4B28-B30B-8E324D2027EC}" destId="{1AE7D091-5DE0-4FE9-A28F-3856FB9BCF3C}" srcOrd="2" destOrd="0" presId="urn:microsoft.com/office/officeart/2018/2/layout/IconVerticalSolidList"/>
    <dgm:cxn modelId="{114C9AFF-562D-44C4-B006-2DE86B48C18A}" type="presParOf" srcId="{1AE7D091-5DE0-4FE9-A28F-3856FB9BCF3C}" destId="{5FDD0CD3-E718-4C6B-BA41-FD8AFF54A276}" srcOrd="0" destOrd="0" presId="urn:microsoft.com/office/officeart/2018/2/layout/IconVerticalSolidList"/>
    <dgm:cxn modelId="{3E312582-E65F-4566-B741-59A3641E301C}" type="presParOf" srcId="{1AE7D091-5DE0-4FE9-A28F-3856FB9BCF3C}" destId="{2543521A-EDAB-43DB-A8D1-366C57901B5B}" srcOrd="1" destOrd="0" presId="urn:microsoft.com/office/officeart/2018/2/layout/IconVerticalSolidList"/>
    <dgm:cxn modelId="{D38B52C1-1E17-400B-9BA9-C0A569A447A4}" type="presParOf" srcId="{1AE7D091-5DE0-4FE9-A28F-3856FB9BCF3C}" destId="{6DD5E537-AC8C-4EDE-8B5A-45B6930142A0}" srcOrd="2" destOrd="0" presId="urn:microsoft.com/office/officeart/2018/2/layout/IconVerticalSolidList"/>
    <dgm:cxn modelId="{F8B50816-2A0B-4ED8-948B-FA08AE57F78B}" type="presParOf" srcId="{1AE7D091-5DE0-4FE9-A28F-3856FB9BCF3C}" destId="{D38C24F5-9943-4B54-B5A0-CCD2CB182868}"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A2FAC5D-9457-412A-8BEA-6A3336F4DA7B}"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F3DCC3AC-9CB3-408D-9167-F2852A1A2A29}">
      <dgm:prSet/>
      <dgm:spPr/>
      <dgm:t>
        <a:bodyPr/>
        <a:lstStyle/>
        <a:p>
          <a:r>
            <a:rPr lang="en-US" b="1"/>
            <a:t>Electricity thefts are increasing every year across domestic as well as industrial domains which affect the economic status of the country. </a:t>
          </a:r>
          <a:endParaRPr lang="en-US"/>
        </a:p>
      </dgm:t>
    </dgm:pt>
    <dgm:pt modelId="{3CFDEE72-2A6D-48A4-BAF2-CD2DA6496F62}" type="parTrans" cxnId="{8530BB3E-5C59-47E6-8464-19A2362D1BA0}">
      <dgm:prSet/>
      <dgm:spPr/>
      <dgm:t>
        <a:bodyPr/>
        <a:lstStyle/>
        <a:p>
          <a:endParaRPr lang="en-US"/>
        </a:p>
      </dgm:t>
    </dgm:pt>
    <dgm:pt modelId="{579B898D-D0A0-483C-8A47-D2335B8A4CD2}" type="sibTrans" cxnId="{8530BB3E-5C59-47E6-8464-19A2362D1BA0}">
      <dgm:prSet/>
      <dgm:spPr/>
      <dgm:t>
        <a:bodyPr/>
        <a:lstStyle/>
        <a:p>
          <a:endParaRPr lang="en-US"/>
        </a:p>
      </dgm:t>
    </dgm:pt>
    <dgm:pt modelId="{4CE9B795-5C5C-4C8F-86AC-7E4E54D2737B}">
      <dgm:prSet/>
      <dgm:spPr/>
      <dgm:t>
        <a:bodyPr/>
        <a:lstStyle/>
        <a:p>
          <a:r>
            <a:rPr lang="en-US" b="1"/>
            <a:t>Due to the lack of infrastructure, various wireless communication systems, though available, are not employed.</a:t>
          </a:r>
          <a:endParaRPr lang="en-US"/>
        </a:p>
      </dgm:t>
    </dgm:pt>
    <dgm:pt modelId="{0F4B4396-605D-4A75-9048-D4149CB097A2}" type="parTrans" cxnId="{F63918A4-A56B-4D85-A4C6-DC077AE7D9A6}">
      <dgm:prSet/>
      <dgm:spPr/>
      <dgm:t>
        <a:bodyPr/>
        <a:lstStyle/>
        <a:p>
          <a:endParaRPr lang="en-US"/>
        </a:p>
      </dgm:t>
    </dgm:pt>
    <dgm:pt modelId="{6BCADC60-EF98-426F-ACE1-D1E4E9FD6EE7}" type="sibTrans" cxnId="{F63918A4-A56B-4D85-A4C6-DC077AE7D9A6}">
      <dgm:prSet/>
      <dgm:spPr/>
      <dgm:t>
        <a:bodyPr/>
        <a:lstStyle/>
        <a:p>
          <a:endParaRPr lang="en-US"/>
        </a:p>
      </dgm:t>
    </dgm:pt>
    <dgm:pt modelId="{031CFC36-BDB2-42E6-A5E3-E635C0AE5ABC}">
      <dgm:prSet/>
      <dgm:spPr/>
      <dgm:t>
        <a:bodyPr/>
        <a:lstStyle/>
        <a:p>
          <a:r>
            <a:rPr lang="en-US" b="1"/>
            <a:t>The project’s aim is to design a system to monitor the power consumed by load and to detect and eliminate the power theft in energy meters.</a:t>
          </a:r>
          <a:endParaRPr lang="en-US"/>
        </a:p>
      </dgm:t>
    </dgm:pt>
    <dgm:pt modelId="{F3BAD272-7E92-45FC-9CED-71BE8627BE39}" type="parTrans" cxnId="{CCBE75BE-B672-4A82-BDEF-E57A976FAD75}">
      <dgm:prSet/>
      <dgm:spPr/>
      <dgm:t>
        <a:bodyPr/>
        <a:lstStyle/>
        <a:p>
          <a:endParaRPr lang="en-US"/>
        </a:p>
      </dgm:t>
    </dgm:pt>
    <dgm:pt modelId="{9C374B57-58CD-4138-B4F9-6331D74F5AA1}" type="sibTrans" cxnId="{CCBE75BE-B672-4A82-BDEF-E57A976FAD75}">
      <dgm:prSet/>
      <dgm:spPr/>
      <dgm:t>
        <a:bodyPr/>
        <a:lstStyle/>
        <a:p>
          <a:endParaRPr lang="en-US"/>
        </a:p>
      </dgm:t>
    </dgm:pt>
    <dgm:pt modelId="{439CEA86-8DAA-48CA-AAA4-FD64BFDE91A7}" type="pres">
      <dgm:prSet presAssocID="{CA2FAC5D-9457-412A-8BEA-6A3336F4DA7B}" presName="linear" presStyleCnt="0">
        <dgm:presLayoutVars>
          <dgm:animLvl val="lvl"/>
          <dgm:resizeHandles val="exact"/>
        </dgm:presLayoutVars>
      </dgm:prSet>
      <dgm:spPr/>
    </dgm:pt>
    <dgm:pt modelId="{42E4A088-CA25-4F24-A6A2-1831E5B4ED98}" type="pres">
      <dgm:prSet presAssocID="{F3DCC3AC-9CB3-408D-9167-F2852A1A2A29}" presName="parentText" presStyleLbl="node1" presStyleIdx="0" presStyleCnt="3">
        <dgm:presLayoutVars>
          <dgm:chMax val="0"/>
          <dgm:bulletEnabled val="1"/>
        </dgm:presLayoutVars>
      </dgm:prSet>
      <dgm:spPr/>
    </dgm:pt>
    <dgm:pt modelId="{9A14E2A0-21A9-48DA-BC4F-222EA6EEDDC8}" type="pres">
      <dgm:prSet presAssocID="{579B898D-D0A0-483C-8A47-D2335B8A4CD2}" presName="spacer" presStyleCnt="0"/>
      <dgm:spPr/>
    </dgm:pt>
    <dgm:pt modelId="{A88A4956-A2B7-424D-87AB-2E48514BC821}" type="pres">
      <dgm:prSet presAssocID="{4CE9B795-5C5C-4C8F-86AC-7E4E54D2737B}" presName="parentText" presStyleLbl="node1" presStyleIdx="1" presStyleCnt="3">
        <dgm:presLayoutVars>
          <dgm:chMax val="0"/>
          <dgm:bulletEnabled val="1"/>
        </dgm:presLayoutVars>
      </dgm:prSet>
      <dgm:spPr/>
    </dgm:pt>
    <dgm:pt modelId="{9220DE62-3BB4-4CFD-B68B-D609AE90698F}" type="pres">
      <dgm:prSet presAssocID="{6BCADC60-EF98-426F-ACE1-D1E4E9FD6EE7}" presName="spacer" presStyleCnt="0"/>
      <dgm:spPr/>
    </dgm:pt>
    <dgm:pt modelId="{0302395B-A042-4B7F-81A5-B44CB736A4DE}" type="pres">
      <dgm:prSet presAssocID="{031CFC36-BDB2-42E6-A5E3-E635C0AE5ABC}" presName="parentText" presStyleLbl="node1" presStyleIdx="2" presStyleCnt="3">
        <dgm:presLayoutVars>
          <dgm:chMax val="0"/>
          <dgm:bulletEnabled val="1"/>
        </dgm:presLayoutVars>
      </dgm:prSet>
      <dgm:spPr/>
    </dgm:pt>
  </dgm:ptLst>
  <dgm:cxnLst>
    <dgm:cxn modelId="{8530BB3E-5C59-47E6-8464-19A2362D1BA0}" srcId="{CA2FAC5D-9457-412A-8BEA-6A3336F4DA7B}" destId="{F3DCC3AC-9CB3-408D-9167-F2852A1A2A29}" srcOrd="0" destOrd="0" parTransId="{3CFDEE72-2A6D-48A4-BAF2-CD2DA6496F62}" sibTransId="{579B898D-D0A0-483C-8A47-D2335B8A4CD2}"/>
    <dgm:cxn modelId="{1375FB5E-3098-465A-8F1F-5AE6A99609EF}" type="presOf" srcId="{4CE9B795-5C5C-4C8F-86AC-7E4E54D2737B}" destId="{A88A4956-A2B7-424D-87AB-2E48514BC821}" srcOrd="0" destOrd="0" presId="urn:microsoft.com/office/officeart/2005/8/layout/vList2"/>
    <dgm:cxn modelId="{F933977D-B05D-4C15-A8BE-E99CA0423955}" type="presOf" srcId="{031CFC36-BDB2-42E6-A5E3-E635C0AE5ABC}" destId="{0302395B-A042-4B7F-81A5-B44CB736A4DE}" srcOrd="0" destOrd="0" presId="urn:microsoft.com/office/officeart/2005/8/layout/vList2"/>
    <dgm:cxn modelId="{49517589-8399-4EDC-B4EE-4BC1555B4FE1}" type="presOf" srcId="{F3DCC3AC-9CB3-408D-9167-F2852A1A2A29}" destId="{42E4A088-CA25-4F24-A6A2-1831E5B4ED98}" srcOrd="0" destOrd="0" presId="urn:microsoft.com/office/officeart/2005/8/layout/vList2"/>
    <dgm:cxn modelId="{0F7B39A0-7987-4E61-BFF7-5C90DEDB4EAF}" type="presOf" srcId="{CA2FAC5D-9457-412A-8BEA-6A3336F4DA7B}" destId="{439CEA86-8DAA-48CA-AAA4-FD64BFDE91A7}" srcOrd="0" destOrd="0" presId="urn:microsoft.com/office/officeart/2005/8/layout/vList2"/>
    <dgm:cxn modelId="{F63918A4-A56B-4D85-A4C6-DC077AE7D9A6}" srcId="{CA2FAC5D-9457-412A-8BEA-6A3336F4DA7B}" destId="{4CE9B795-5C5C-4C8F-86AC-7E4E54D2737B}" srcOrd="1" destOrd="0" parTransId="{0F4B4396-605D-4A75-9048-D4149CB097A2}" sibTransId="{6BCADC60-EF98-426F-ACE1-D1E4E9FD6EE7}"/>
    <dgm:cxn modelId="{CCBE75BE-B672-4A82-BDEF-E57A976FAD75}" srcId="{CA2FAC5D-9457-412A-8BEA-6A3336F4DA7B}" destId="{031CFC36-BDB2-42E6-A5E3-E635C0AE5ABC}" srcOrd="2" destOrd="0" parTransId="{F3BAD272-7E92-45FC-9CED-71BE8627BE39}" sibTransId="{9C374B57-58CD-4138-B4F9-6331D74F5AA1}"/>
    <dgm:cxn modelId="{BE48507B-A607-407A-BD12-EFCC508EFEBE}" type="presParOf" srcId="{439CEA86-8DAA-48CA-AAA4-FD64BFDE91A7}" destId="{42E4A088-CA25-4F24-A6A2-1831E5B4ED98}" srcOrd="0" destOrd="0" presId="urn:microsoft.com/office/officeart/2005/8/layout/vList2"/>
    <dgm:cxn modelId="{4E9C1236-942C-4438-A918-739C48BAB298}" type="presParOf" srcId="{439CEA86-8DAA-48CA-AAA4-FD64BFDE91A7}" destId="{9A14E2A0-21A9-48DA-BC4F-222EA6EEDDC8}" srcOrd="1" destOrd="0" presId="urn:microsoft.com/office/officeart/2005/8/layout/vList2"/>
    <dgm:cxn modelId="{2E7A0323-2A91-4C7F-80F0-CB88B57AF329}" type="presParOf" srcId="{439CEA86-8DAA-48CA-AAA4-FD64BFDE91A7}" destId="{A88A4956-A2B7-424D-87AB-2E48514BC821}" srcOrd="2" destOrd="0" presId="urn:microsoft.com/office/officeart/2005/8/layout/vList2"/>
    <dgm:cxn modelId="{44B7F374-70C3-4732-AECF-34D292644CD2}" type="presParOf" srcId="{439CEA86-8DAA-48CA-AAA4-FD64BFDE91A7}" destId="{9220DE62-3BB4-4CFD-B68B-D609AE90698F}" srcOrd="3" destOrd="0" presId="urn:microsoft.com/office/officeart/2005/8/layout/vList2"/>
    <dgm:cxn modelId="{29B05237-2989-486B-82D9-E34580975688}" type="presParOf" srcId="{439CEA86-8DAA-48CA-AAA4-FD64BFDE91A7}" destId="{0302395B-A042-4B7F-81A5-B44CB736A4DE}"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703D106-4BF5-4C7F-8447-DBA83596DBBC}"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3E31C6EC-F190-48CC-AA97-8E1D3368D13F}">
      <dgm:prSet/>
      <dgm:spPr/>
      <dgm:t>
        <a:bodyPr/>
        <a:lstStyle/>
        <a:p>
          <a:r>
            <a:rPr lang="en-IN" b="1"/>
            <a:t>The IOT based Smart Energy Meter is the anti-theft detection system. </a:t>
          </a:r>
          <a:endParaRPr lang="en-US"/>
        </a:p>
      </dgm:t>
    </dgm:pt>
    <dgm:pt modelId="{D87B8FA2-2C20-484F-AC41-530F1B1A57C4}" type="parTrans" cxnId="{3B9ADB27-439F-4B28-88D9-5F876DA6F9D8}">
      <dgm:prSet/>
      <dgm:spPr/>
      <dgm:t>
        <a:bodyPr/>
        <a:lstStyle/>
        <a:p>
          <a:endParaRPr lang="en-US"/>
        </a:p>
      </dgm:t>
    </dgm:pt>
    <dgm:pt modelId="{0E6571FE-134A-410C-BAF6-324DAD359932}" type="sibTrans" cxnId="{3B9ADB27-439F-4B28-88D9-5F876DA6F9D8}">
      <dgm:prSet/>
      <dgm:spPr/>
      <dgm:t>
        <a:bodyPr/>
        <a:lstStyle/>
        <a:p>
          <a:endParaRPr lang="en-US"/>
        </a:p>
      </dgm:t>
    </dgm:pt>
    <dgm:pt modelId="{6E6C5280-E5DA-4BB3-BFB5-02E44F2046AA}">
      <dgm:prSet/>
      <dgm:spPr/>
      <dgm:t>
        <a:bodyPr/>
        <a:lstStyle/>
        <a:p>
          <a:r>
            <a:rPr lang="en-IN" b="1"/>
            <a:t>Even if theft is caught, the victim cannot get back their valuable belongings. </a:t>
          </a:r>
          <a:endParaRPr lang="en-US"/>
        </a:p>
      </dgm:t>
    </dgm:pt>
    <dgm:pt modelId="{074CDED8-9A08-4764-A66F-783B2916F34A}" type="parTrans" cxnId="{8D584553-7DB3-4FCF-9CA5-ECADA07585DC}">
      <dgm:prSet/>
      <dgm:spPr/>
      <dgm:t>
        <a:bodyPr/>
        <a:lstStyle/>
        <a:p>
          <a:endParaRPr lang="en-US"/>
        </a:p>
      </dgm:t>
    </dgm:pt>
    <dgm:pt modelId="{1B19CCDE-0B3E-4E32-808F-26AE3C471351}" type="sibTrans" cxnId="{8D584553-7DB3-4FCF-9CA5-ECADA07585DC}">
      <dgm:prSet/>
      <dgm:spPr/>
      <dgm:t>
        <a:bodyPr/>
        <a:lstStyle/>
        <a:p>
          <a:endParaRPr lang="en-US"/>
        </a:p>
      </dgm:t>
    </dgm:pt>
    <dgm:pt modelId="{74AFF7B8-1AAF-416F-85CE-E9F572A7BA3C}">
      <dgm:prSet/>
      <dgm:spPr/>
      <dgm:t>
        <a:bodyPr/>
        <a:lstStyle/>
        <a:p>
          <a:r>
            <a:rPr lang="en-IN" b="1"/>
            <a:t>It is easier to stop something happening in the first place than to repair the damage after it has happened. </a:t>
          </a:r>
          <a:endParaRPr lang="en-US"/>
        </a:p>
      </dgm:t>
    </dgm:pt>
    <dgm:pt modelId="{F7A201CC-D090-4FD4-874B-DA6831EBB552}" type="parTrans" cxnId="{0338F979-52E4-449A-B523-86E5545AAA4A}">
      <dgm:prSet/>
      <dgm:spPr/>
      <dgm:t>
        <a:bodyPr/>
        <a:lstStyle/>
        <a:p>
          <a:endParaRPr lang="en-US"/>
        </a:p>
      </dgm:t>
    </dgm:pt>
    <dgm:pt modelId="{C6E38599-E1CB-47E8-B7AE-4B009B7ED3C9}" type="sibTrans" cxnId="{0338F979-52E4-449A-B523-86E5545AAA4A}">
      <dgm:prSet/>
      <dgm:spPr/>
      <dgm:t>
        <a:bodyPr/>
        <a:lstStyle/>
        <a:p>
          <a:endParaRPr lang="en-US"/>
        </a:p>
      </dgm:t>
    </dgm:pt>
    <dgm:pt modelId="{F64DE63E-679E-414E-AEBC-D148A6703CE4}">
      <dgm:prSet/>
      <dgm:spPr/>
      <dgm:t>
        <a:bodyPr/>
        <a:lstStyle/>
        <a:p>
          <a:r>
            <a:rPr lang="en-IN" b="1"/>
            <a:t>By using this technique, crime of stealing power may be brought to an end and thereby a new bloom may be expected in the economy of our motherland and also there will be less scarcity for power utilization.</a:t>
          </a:r>
          <a:endParaRPr lang="en-US"/>
        </a:p>
      </dgm:t>
    </dgm:pt>
    <dgm:pt modelId="{421ED0ED-B185-42F9-9617-36B20218005D}" type="parTrans" cxnId="{53C1A35E-AD79-4D8D-9E15-D960F42B10DB}">
      <dgm:prSet/>
      <dgm:spPr/>
      <dgm:t>
        <a:bodyPr/>
        <a:lstStyle/>
        <a:p>
          <a:endParaRPr lang="en-US"/>
        </a:p>
      </dgm:t>
    </dgm:pt>
    <dgm:pt modelId="{8B708518-10EE-4CB2-9799-7AF6A36C0354}" type="sibTrans" cxnId="{53C1A35E-AD79-4D8D-9E15-D960F42B10DB}">
      <dgm:prSet/>
      <dgm:spPr/>
      <dgm:t>
        <a:bodyPr/>
        <a:lstStyle/>
        <a:p>
          <a:endParaRPr lang="en-US"/>
        </a:p>
      </dgm:t>
    </dgm:pt>
    <dgm:pt modelId="{C91182BA-5B73-45E9-873B-B3F93EED5DD9}" type="pres">
      <dgm:prSet presAssocID="{B703D106-4BF5-4C7F-8447-DBA83596DBBC}" presName="linear" presStyleCnt="0">
        <dgm:presLayoutVars>
          <dgm:animLvl val="lvl"/>
          <dgm:resizeHandles val="exact"/>
        </dgm:presLayoutVars>
      </dgm:prSet>
      <dgm:spPr/>
    </dgm:pt>
    <dgm:pt modelId="{7CA6930E-E340-46F4-8659-6FAB54031A89}" type="pres">
      <dgm:prSet presAssocID="{3E31C6EC-F190-48CC-AA97-8E1D3368D13F}" presName="parentText" presStyleLbl="node1" presStyleIdx="0" presStyleCnt="4">
        <dgm:presLayoutVars>
          <dgm:chMax val="0"/>
          <dgm:bulletEnabled val="1"/>
        </dgm:presLayoutVars>
      </dgm:prSet>
      <dgm:spPr/>
    </dgm:pt>
    <dgm:pt modelId="{0CA0D730-D5D4-4E95-A73C-804BE3BAB7E7}" type="pres">
      <dgm:prSet presAssocID="{0E6571FE-134A-410C-BAF6-324DAD359932}" presName="spacer" presStyleCnt="0"/>
      <dgm:spPr/>
    </dgm:pt>
    <dgm:pt modelId="{AC2D150E-A45E-4976-B831-20FA330C26C9}" type="pres">
      <dgm:prSet presAssocID="{6E6C5280-E5DA-4BB3-BFB5-02E44F2046AA}" presName="parentText" presStyleLbl="node1" presStyleIdx="1" presStyleCnt="4">
        <dgm:presLayoutVars>
          <dgm:chMax val="0"/>
          <dgm:bulletEnabled val="1"/>
        </dgm:presLayoutVars>
      </dgm:prSet>
      <dgm:spPr/>
    </dgm:pt>
    <dgm:pt modelId="{615CE118-C8A6-486D-9C6C-2B630003FC9C}" type="pres">
      <dgm:prSet presAssocID="{1B19CCDE-0B3E-4E32-808F-26AE3C471351}" presName="spacer" presStyleCnt="0"/>
      <dgm:spPr/>
    </dgm:pt>
    <dgm:pt modelId="{28DB4CE8-94A1-496F-8C30-BB0AFC465576}" type="pres">
      <dgm:prSet presAssocID="{74AFF7B8-1AAF-416F-85CE-E9F572A7BA3C}" presName="parentText" presStyleLbl="node1" presStyleIdx="2" presStyleCnt="4">
        <dgm:presLayoutVars>
          <dgm:chMax val="0"/>
          <dgm:bulletEnabled val="1"/>
        </dgm:presLayoutVars>
      </dgm:prSet>
      <dgm:spPr/>
    </dgm:pt>
    <dgm:pt modelId="{3A8CA4BC-164A-491D-B525-415407DDC48C}" type="pres">
      <dgm:prSet presAssocID="{C6E38599-E1CB-47E8-B7AE-4B009B7ED3C9}" presName="spacer" presStyleCnt="0"/>
      <dgm:spPr/>
    </dgm:pt>
    <dgm:pt modelId="{D3B15D7D-3836-4B98-ABF6-92B13A5ECAA0}" type="pres">
      <dgm:prSet presAssocID="{F64DE63E-679E-414E-AEBC-D148A6703CE4}" presName="parentText" presStyleLbl="node1" presStyleIdx="3" presStyleCnt="4">
        <dgm:presLayoutVars>
          <dgm:chMax val="0"/>
          <dgm:bulletEnabled val="1"/>
        </dgm:presLayoutVars>
      </dgm:prSet>
      <dgm:spPr/>
    </dgm:pt>
  </dgm:ptLst>
  <dgm:cxnLst>
    <dgm:cxn modelId="{F9DFA902-311B-4C43-986D-B329970AECCE}" type="presOf" srcId="{3E31C6EC-F190-48CC-AA97-8E1D3368D13F}" destId="{7CA6930E-E340-46F4-8659-6FAB54031A89}" srcOrd="0" destOrd="0" presId="urn:microsoft.com/office/officeart/2005/8/layout/vList2"/>
    <dgm:cxn modelId="{3B9ADB27-439F-4B28-88D9-5F876DA6F9D8}" srcId="{B703D106-4BF5-4C7F-8447-DBA83596DBBC}" destId="{3E31C6EC-F190-48CC-AA97-8E1D3368D13F}" srcOrd="0" destOrd="0" parTransId="{D87B8FA2-2C20-484F-AC41-530F1B1A57C4}" sibTransId="{0E6571FE-134A-410C-BAF6-324DAD359932}"/>
    <dgm:cxn modelId="{A8C62439-0949-4DFD-B1E2-D4E752BBFD85}" type="presOf" srcId="{B703D106-4BF5-4C7F-8447-DBA83596DBBC}" destId="{C91182BA-5B73-45E9-873B-B3F93EED5DD9}" srcOrd="0" destOrd="0" presId="urn:microsoft.com/office/officeart/2005/8/layout/vList2"/>
    <dgm:cxn modelId="{53C1A35E-AD79-4D8D-9E15-D960F42B10DB}" srcId="{B703D106-4BF5-4C7F-8447-DBA83596DBBC}" destId="{F64DE63E-679E-414E-AEBC-D148A6703CE4}" srcOrd="3" destOrd="0" parTransId="{421ED0ED-B185-42F9-9617-36B20218005D}" sibTransId="{8B708518-10EE-4CB2-9799-7AF6A36C0354}"/>
    <dgm:cxn modelId="{C1422D60-0C08-4A35-8F69-C9DF5F53CF92}" type="presOf" srcId="{6E6C5280-E5DA-4BB3-BFB5-02E44F2046AA}" destId="{AC2D150E-A45E-4976-B831-20FA330C26C9}" srcOrd="0" destOrd="0" presId="urn:microsoft.com/office/officeart/2005/8/layout/vList2"/>
    <dgm:cxn modelId="{8D584553-7DB3-4FCF-9CA5-ECADA07585DC}" srcId="{B703D106-4BF5-4C7F-8447-DBA83596DBBC}" destId="{6E6C5280-E5DA-4BB3-BFB5-02E44F2046AA}" srcOrd="1" destOrd="0" parTransId="{074CDED8-9A08-4764-A66F-783B2916F34A}" sibTransId="{1B19CCDE-0B3E-4E32-808F-26AE3C471351}"/>
    <dgm:cxn modelId="{0338F979-52E4-449A-B523-86E5545AAA4A}" srcId="{B703D106-4BF5-4C7F-8447-DBA83596DBBC}" destId="{74AFF7B8-1AAF-416F-85CE-E9F572A7BA3C}" srcOrd="2" destOrd="0" parTransId="{F7A201CC-D090-4FD4-874B-DA6831EBB552}" sibTransId="{C6E38599-E1CB-47E8-B7AE-4B009B7ED3C9}"/>
    <dgm:cxn modelId="{9E6EA28F-83C8-4395-857B-E1630B405E08}" type="presOf" srcId="{F64DE63E-679E-414E-AEBC-D148A6703CE4}" destId="{D3B15D7D-3836-4B98-ABF6-92B13A5ECAA0}" srcOrd="0" destOrd="0" presId="urn:microsoft.com/office/officeart/2005/8/layout/vList2"/>
    <dgm:cxn modelId="{B1B335AF-018D-4B2D-894E-E1E1161D2311}" type="presOf" srcId="{74AFF7B8-1AAF-416F-85CE-E9F572A7BA3C}" destId="{28DB4CE8-94A1-496F-8C30-BB0AFC465576}" srcOrd="0" destOrd="0" presId="urn:microsoft.com/office/officeart/2005/8/layout/vList2"/>
    <dgm:cxn modelId="{B3DBA613-06F1-469C-9BB9-1D317AAB5E7F}" type="presParOf" srcId="{C91182BA-5B73-45E9-873B-B3F93EED5DD9}" destId="{7CA6930E-E340-46F4-8659-6FAB54031A89}" srcOrd="0" destOrd="0" presId="urn:microsoft.com/office/officeart/2005/8/layout/vList2"/>
    <dgm:cxn modelId="{9DDC4FE8-A453-47B7-921F-9492802E40E5}" type="presParOf" srcId="{C91182BA-5B73-45E9-873B-B3F93EED5DD9}" destId="{0CA0D730-D5D4-4E95-A73C-804BE3BAB7E7}" srcOrd="1" destOrd="0" presId="urn:microsoft.com/office/officeart/2005/8/layout/vList2"/>
    <dgm:cxn modelId="{F826EEC3-0A66-4E7A-872D-200540885D8D}" type="presParOf" srcId="{C91182BA-5B73-45E9-873B-B3F93EED5DD9}" destId="{AC2D150E-A45E-4976-B831-20FA330C26C9}" srcOrd="2" destOrd="0" presId="urn:microsoft.com/office/officeart/2005/8/layout/vList2"/>
    <dgm:cxn modelId="{FDF90E3D-EAFE-4FAE-B1EC-E11B7C7A6C28}" type="presParOf" srcId="{C91182BA-5B73-45E9-873B-B3F93EED5DD9}" destId="{615CE118-C8A6-486D-9C6C-2B630003FC9C}" srcOrd="3" destOrd="0" presId="urn:microsoft.com/office/officeart/2005/8/layout/vList2"/>
    <dgm:cxn modelId="{90AB082A-42A1-4C65-8924-0A95044946D1}" type="presParOf" srcId="{C91182BA-5B73-45E9-873B-B3F93EED5DD9}" destId="{28DB4CE8-94A1-496F-8C30-BB0AFC465576}" srcOrd="4" destOrd="0" presId="urn:microsoft.com/office/officeart/2005/8/layout/vList2"/>
    <dgm:cxn modelId="{508B7580-B7F6-4EDB-B2FB-E10E307AE267}" type="presParOf" srcId="{C91182BA-5B73-45E9-873B-B3F93EED5DD9}" destId="{3A8CA4BC-164A-491D-B525-415407DDC48C}" srcOrd="5" destOrd="0" presId="urn:microsoft.com/office/officeart/2005/8/layout/vList2"/>
    <dgm:cxn modelId="{72EFD54B-9128-4EAE-947E-BFC08E836C38}" type="presParOf" srcId="{C91182BA-5B73-45E9-873B-B3F93EED5DD9}" destId="{D3B15D7D-3836-4B98-ABF6-92B13A5ECAA0}"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B738C7-95AB-4DB0-839B-175CF371DD4F}">
      <dsp:nvSpPr>
        <dsp:cNvPr id="0" name=""/>
        <dsp:cNvSpPr/>
      </dsp:nvSpPr>
      <dsp:spPr>
        <a:xfrm>
          <a:off x="0" y="334223"/>
          <a:ext cx="6451943" cy="575639"/>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1" kern="1200"/>
            <a:t>Introduction</a:t>
          </a:r>
          <a:endParaRPr lang="en-US" sz="2400" kern="1200"/>
        </a:p>
      </dsp:txBody>
      <dsp:txXfrm>
        <a:off x="28100" y="362323"/>
        <a:ext cx="6395743" cy="519439"/>
      </dsp:txXfrm>
    </dsp:sp>
    <dsp:sp modelId="{D3B03979-3C1D-4CD8-8461-4E1949352B48}">
      <dsp:nvSpPr>
        <dsp:cNvPr id="0" name=""/>
        <dsp:cNvSpPr/>
      </dsp:nvSpPr>
      <dsp:spPr>
        <a:xfrm>
          <a:off x="0" y="978983"/>
          <a:ext cx="6451943" cy="575639"/>
        </a:xfrm>
        <a:prstGeom prst="roundRect">
          <a:avLst/>
        </a:prstGeom>
        <a:solidFill>
          <a:schemeClr val="accent2">
            <a:hueOff val="275703"/>
            <a:satOff val="5161"/>
            <a:lumOff val="-314"/>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1" kern="1200"/>
            <a:t>Motivation</a:t>
          </a:r>
          <a:endParaRPr lang="en-US" sz="2400" kern="1200"/>
        </a:p>
      </dsp:txBody>
      <dsp:txXfrm>
        <a:off x="28100" y="1007083"/>
        <a:ext cx="6395743" cy="519439"/>
      </dsp:txXfrm>
    </dsp:sp>
    <dsp:sp modelId="{D53BECCA-61B6-4B59-A49F-D84EF92F988B}">
      <dsp:nvSpPr>
        <dsp:cNvPr id="0" name=""/>
        <dsp:cNvSpPr/>
      </dsp:nvSpPr>
      <dsp:spPr>
        <a:xfrm>
          <a:off x="0" y="1623743"/>
          <a:ext cx="6451943" cy="575639"/>
        </a:xfrm>
        <a:prstGeom prst="roundRect">
          <a:avLst/>
        </a:prstGeom>
        <a:solidFill>
          <a:schemeClr val="accent2">
            <a:hueOff val="551407"/>
            <a:satOff val="10323"/>
            <a:lumOff val="-628"/>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1" kern="1200"/>
            <a:t>Description of Project / Methodology Followed</a:t>
          </a:r>
          <a:endParaRPr lang="en-US" sz="2400" kern="1200"/>
        </a:p>
      </dsp:txBody>
      <dsp:txXfrm>
        <a:off x="28100" y="1651843"/>
        <a:ext cx="6395743" cy="519439"/>
      </dsp:txXfrm>
    </dsp:sp>
    <dsp:sp modelId="{2331E120-DE72-4AD9-9779-70115FB6E383}">
      <dsp:nvSpPr>
        <dsp:cNvPr id="0" name=""/>
        <dsp:cNvSpPr/>
      </dsp:nvSpPr>
      <dsp:spPr>
        <a:xfrm>
          <a:off x="0" y="2268503"/>
          <a:ext cx="6451943" cy="575639"/>
        </a:xfrm>
        <a:prstGeom prst="roundRect">
          <a:avLst/>
        </a:prstGeom>
        <a:solidFill>
          <a:schemeClr val="accent2">
            <a:hueOff val="827110"/>
            <a:satOff val="15484"/>
            <a:lumOff val="-941"/>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1" kern="1200"/>
            <a:t>Results &amp; Discussion</a:t>
          </a:r>
          <a:endParaRPr lang="en-US" sz="2400" kern="1200"/>
        </a:p>
      </dsp:txBody>
      <dsp:txXfrm>
        <a:off x="28100" y="2296603"/>
        <a:ext cx="6395743" cy="519439"/>
      </dsp:txXfrm>
    </dsp:sp>
    <dsp:sp modelId="{DA2A1354-C99D-400D-BD7F-27102CED13D9}">
      <dsp:nvSpPr>
        <dsp:cNvPr id="0" name=""/>
        <dsp:cNvSpPr/>
      </dsp:nvSpPr>
      <dsp:spPr>
        <a:xfrm>
          <a:off x="0" y="2913263"/>
          <a:ext cx="6451943" cy="575639"/>
        </a:xfrm>
        <a:prstGeom prst="roundRect">
          <a:avLst/>
        </a:prstGeom>
        <a:solidFill>
          <a:schemeClr val="accent2">
            <a:hueOff val="1102814"/>
            <a:satOff val="20646"/>
            <a:lumOff val="-1255"/>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1" kern="1200"/>
            <a:t>Conclusion</a:t>
          </a:r>
          <a:endParaRPr lang="en-US" sz="2400" kern="1200"/>
        </a:p>
      </dsp:txBody>
      <dsp:txXfrm>
        <a:off x="28100" y="2941363"/>
        <a:ext cx="6395743" cy="519439"/>
      </dsp:txXfrm>
    </dsp:sp>
    <dsp:sp modelId="{56113636-3E0F-4ACF-AD87-12A0F7146AD8}">
      <dsp:nvSpPr>
        <dsp:cNvPr id="0" name=""/>
        <dsp:cNvSpPr/>
      </dsp:nvSpPr>
      <dsp:spPr>
        <a:xfrm>
          <a:off x="0" y="3558023"/>
          <a:ext cx="6451943" cy="575639"/>
        </a:xfrm>
        <a:prstGeom prst="roundRect">
          <a:avLst/>
        </a:prstGeom>
        <a:solidFill>
          <a:schemeClr val="accent2">
            <a:hueOff val="1378517"/>
            <a:satOff val="25807"/>
            <a:lumOff val="-1569"/>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1" kern="1200"/>
            <a:t>References</a:t>
          </a:r>
          <a:endParaRPr lang="en-US" sz="2400" kern="1200"/>
        </a:p>
      </dsp:txBody>
      <dsp:txXfrm>
        <a:off x="28100" y="3586123"/>
        <a:ext cx="6395743" cy="51943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7569F3-DCDD-408D-A3CE-1DA10EE72CE6}">
      <dsp:nvSpPr>
        <dsp:cNvPr id="0" name=""/>
        <dsp:cNvSpPr/>
      </dsp:nvSpPr>
      <dsp:spPr>
        <a:xfrm>
          <a:off x="0" y="726031"/>
          <a:ext cx="6451943" cy="134036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5917B01-276D-4A38-A39A-F7DC8D997395}">
      <dsp:nvSpPr>
        <dsp:cNvPr id="0" name=""/>
        <dsp:cNvSpPr/>
      </dsp:nvSpPr>
      <dsp:spPr>
        <a:xfrm>
          <a:off x="405460" y="1027614"/>
          <a:ext cx="737201" cy="73720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E46D400-E4BE-4840-A3B9-A75F0929A3DA}">
      <dsp:nvSpPr>
        <dsp:cNvPr id="0" name=""/>
        <dsp:cNvSpPr/>
      </dsp:nvSpPr>
      <dsp:spPr>
        <a:xfrm>
          <a:off x="1548122" y="726031"/>
          <a:ext cx="4903820" cy="13403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1855" tIns="141855" rIns="141855" bIns="141855" numCol="1" spcCol="1270" anchor="ctr" anchorCtr="0">
          <a:noAutofit/>
        </a:bodyPr>
        <a:lstStyle/>
        <a:p>
          <a:pPr marL="0" lvl="0" indent="0" algn="l" defTabSz="666750">
            <a:lnSpc>
              <a:spcPct val="90000"/>
            </a:lnSpc>
            <a:spcBef>
              <a:spcPct val="0"/>
            </a:spcBef>
            <a:spcAft>
              <a:spcPct val="35000"/>
            </a:spcAft>
            <a:buNone/>
          </a:pPr>
          <a:r>
            <a:rPr lang="en-US" sz="1500" b="1" kern="1200"/>
            <a:t>The internet of things (IoT) describes the network of physical objects that are embedded with sensors, software and other technologies for the purpose of connecting and exchanging data with other systems over the internet.</a:t>
          </a:r>
          <a:endParaRPr lang="en-US" sz="1500" kern="1200"/>
        </a:p>
      </dsp:txBody>
      <dsp:txXfrm>
        <a:off x="1548122" y="726031"/>
        <a:ext cx="4903820" cy="1340366"/>
      </dsp:txXfrm>
    </dsp:sp>
    <dsp:sp modelId="{5FDD0CD3-E718-4C6B-BA41-FD8AFF54A276}">
      <dsp:nvSpPr>
        <dsp:cNvPr id="0" name=""/>
        <dsp:cNvSpPr/>
      </dsp:nvSpPr>
      <dsp:spPr>
        <a:xfrm>
          <a:off x="0" y="2401489"/>
          <a:ext cx="6451943" cy="134036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543521A-EDAB-43DB-A8D1-366C57901B5B}">
      <dsp:nvSpPr>
        <dsp:cNvPr id="0" name=""/>
        <dsp:cNvSpPr/>
      </dsp:nvSpPr>
      <dsp:spPr>
        <a:xfrm>
          <a:off x="405460" y="2703071"/>
          <a:ext cx="737201" cy="73720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38C24F5-9943-4B54-B5A0-CCD2CB182868}">
      <dsp:nvSpPr>
        <dsp:cNvPr id="0" name=""/>
        <dsp:cNvSpPr/>
      </dsp:nvSpPr>
      <dsp:spPr>
        <a:xfrm>
          <a:off x="1548122" y="2401489"/>
          <a:ext cx="4903820" cy="13403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1855" tIns="141855" rIns="141855" bIns="141855" numCol="1" spcCol="1270" anchor="ctr" anchorCtr="0">
          <a:noAutofit/>
        </a:bodyPr>
        <a:lstStyle/>
        <a:p>
          <a:pPr marL="0" lvl="0" indent="0" algn="l" defTabSz="666750">
            <a:lnSpc>
              <a:spcPct val="90000"/>
            </a:lnSpc>
            <a:spcBef>
              <a:spcPct val="0"/>
            </a:spcBef>
            <a:spcAft>
              <a:spcPct val="35000"/>
            </a:spcAft>
            <a:buNone/>
          </a:pPr>
          <a:r>
            <a:rPr lang="en-US" sz="1500" b="1" kern="1200"/>
            <a:t>An Energy meter is a device, which is used for measuring the energy utilized by the electric load. This energy is basically the total power consumed by the load at a particular interval of time.</a:t>
          </a:r>
          <a:endParaRPr lang="en-US" sz="1500" kern="1200"/>
        </a:p>
      </dsp:txBody>
      <dsp:txXfrm>
        <a:off x="1548122" y="2401489"/>
        <a:ext cx="4903820" cy="134036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E4A088-CA25-4F24-A6A2-1831E5B4ED98}">
      <dsp:nvSpPr>
        <dsp:cNvPr id="0" name=""/>
        <dsp:cNvSpPr/>
      </dsp:nvSpPr>
      <dsp:spPr>
        <a:xfrm>
          <a:off x="0" y="355913"/>
          <a:ext cx="6451943" cy="120978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1" kern="1200"/>
            <a:t>Electricity thefts are increasing every year across domestic as well as industrial domains which affect the economic status of the country. </a:t>
          </a:r>
          <a:endParaRPr lang="en-US" sz="2200" kern="1200"/>
        </a:p>
      </dsp:txBody>
      <dsp:txXfrm>
        <a:off x="59057" y="414970"/>
        <a:ext cx="6333829" cy="1091666"/>
      </dsp:txXfrm>
    </dsp:sp>
    <dsp:sp modelId="{A88A4956-A2B7-424D-87AB-2E48514BC821}">
      <dsp:nvSpPr>
        <dsp:cNvPr id="0" name=""/>
        <dsp:cNvSpPr/>
      </dsp:nvSpPr>
      <dsp:spPr>
        <a:xfrm>
          <a:off x="0" y="1629053"/>
          <a:ext cx="6451943" cy="1209780"/>
        </a:xfrm>
        <a:prstGeom prst="roundRect">
          <a:avLst/>
        </a:prstGeom>
        <a:solidFill>
          <a:schemeClr val="accent2">
            <a:hueOff val="689259"/>
            <a:satOff val="12903"/>
            <a:lumOff val="-784"/>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1" kern="1200"/>
            <a:t>Due to the lack of infrastructure, various wireless communication systems, though available, are not employed.</a:t>
          </a:r>
          <a:endParaRPr lang="en-US" sz="2200" kern="1200"/>
        </a:p>
      </dsp:txBody>
      <dsp:txXfrm>
        <a:off x="59057" y="1688110"/>
        <a:ext cx="6333829" cy="1091666"/>
      </dsp:txXfrm>
    </dsp:sp>
    <dsp:sp modelId="{0302395B-A042-4B7F-81A5-B44CB736A4DE}">
      <dsp:nvSpPr>
        <dsp:cNvPr id="0" name=""/>
        <dsp:cNvSpPr/>
      </dsp:nvSpPr>
      <dsp:spPr>
        <a:xfrm>
          <a:off x="0" y="2902193"/>
          <a:ext cx="6451943" cy="1209780"/>
        </a:xfrm>
        <a:prstGeom prst="roundRect">
          <a:avLst/>
        </a:prstGeom>
        <a:solidFill>
          <a:schemeClr val="accent2">
            <a:hueOff val="1378517"/>
            <a:satOff val="25807"/>
            <a:lumOff val="-1569"/>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1" kern="1200"/>
            <a:t>The project’s aim is to design a system to monitor the power consumed by load and to detect and eliminate the power theft in energy meters.</a:t>
          </a:r>
          <a:endParaRPr lang="en-US" sz="2200" kern="1200"/>
        </a:p>
      </dsp:txBody>
      <dsp:txXfrm>
        <a:off x="59057" y="2961250"/>
        <a:ext cx="6333829" cy="109166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CA6930E-E340-46F4-8659-6FAB54031A89}">
      <dsp:nvSpPr>
        <dsp:cNvPr id="0" name=""/>
        <dsp:cNvSpPr/>
      </dsp:nvSpPr>
      <dsp:spPr>
        <a:xfrm>
          <a:off x="0" y="377191"/>
          <a:ext cx="6451943" cy="893816"/>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IN" sz="1600" b="1" kern="1200"/>
            <a:t>The IOT based Smart Energy Meter is the anti-theft detection system. </a:t>
          </a:r>
          <a:endParaRPr lang="en-US" sz="1600" kern="1200"/>
        </a:p>
      </dsp:txBody>
      <dsp:txXfrm>
        <a:off x="43633" y="420824"/>
        <a:ext cx="6364677" cy="806550"/>
      </dsp:txXfrm>
    </dsp:sp>
    <dsp:sp modelId="{AC2D150E-A45E-4976-B831-20FA330C26C9}">
      <dsp:nvSpPr>
        <dsp:cNvPr id="0" name=""/>
        <dsp:cNvSpPr/>
      </dsp:nvSpPr>
      <dsp:spPr>
        <a:xfrm>
          <a:off x="0" y="1317087"/>
          <a:ext cx="6451943" cy="893816"/>
        </a:xfrm>
        <a:prstGeom prst="roundRect">
          <a:avLst/>
        </a:prstGeom>
        <a:solidFill>
          <a:schemeClr val="accent2">
            <a:hueOff val="459506"/>
            <a:satOff val="8602"/>
            <a:lumOff val="-523"/>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IN" sz="1600" b="1" kern="1200"/>
            <a:t>Even if theft is caught, the victim cannot get back their valuable belongings. </a:t>
          </a:r>
          <a:endParaRPr lang="en-US" sz="1600" kern="1200"/>
        </a:p>
      </dsp:txBody>
      <dsp:txXfrm>
        <a:off x="43633" y="1360720"/>
        <a:ext cx="6364677" cy="806550"/>
      </dsp:txXfrm>
    </dsp:sp>
    <dsp:sp modelId="{28DB4CE8-94A1-496F-8C30-BB0AFC465576}">
      <dsp:nvSpPr>
        <dsp:cNvPr id="0" name=""/>
        <dsp:cNvSpPr/>
      </dsp:nvSpPr>
      <dsp:spPr>
        <a:xfrm>
          <a:off x="0" y="2256983"/>
          <a:ext cx="6451943" cy="893816"/>
        </a:xfrm>
        <a:prstGeom prst="roundRect">
          <a:avLst/>
        </a:prstGeom>
        <a:solidFill>
          <a:schemeClr val="accent2">
            <a:hueOff val="919011"/>
            <a:satOff val="17205"/>
            <a:lumOff val="-1046"/>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IN" sz="1600" b="1" kern="1200"/>
            <a:t>It is easier to stop something happening in the first place than to repair the damage after it has happened. </a:t>
          </a:r>
          <a:endParaRPr lang="en-US" sz="1600" kern="1200"/>
        </a:p>
      </dsp:txBody>
      <dsp:txXfrm>
        <a:off x="43633" y="2300616"/>
        <a:ext cx="6364677" cy="806550"/>
      </dsp:txXfrm>
    </dsp:sp>
    <dsp:sp modelId="{D3B15D7D-3836-4B98-ABF6-92B13A5ECAA0}">
      <dsp:nvSpPr>
        <dsp:cNvPr id="0" name=""/>
        <dsp:cNvSpPr/>
      </dsp:nvSpPr>
      <dsp:spPr>
        <a:xfrm>
          <a:off x="0" y="3196879"/>
          <a:ext cx="6451943" cy="893816"/>
        </a:xfrm>
        <a:prstGeom prst="roundRect">
          <a:avLst/>
        </a:prstGeom>
        <a:solidFill>
          <a:schemeClr val="accent2">
            <a:hueOff val="1378517"/>
            <a:satOff val="25807"/>
            <a:lumOff val="-1569"/>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IN" sz="1600" b="1" kern="1200"/>
            <a:t>By using this technique, crime of stealing power may be brought to an end and thereby a new bloom may be expected in the economy of our motherland and also there will be less scarcity for power utilization.</a:t>
          </a:r>
          <a:endParaRPr lang="en-US" sz="1600" kern="1200"/>
        </a:p>
      </dsp:txBody>
      <dsp:txXfrm>
        <a:off x="43633" y="3240512"/>
        <a:ext cx="6364677" cy="80655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5F0D61C-E5D4-4671-95AD-394C68093BD8}" type="datetimeFigureOut">
              <a:rPr lang="en-IN" smtClean="0"/>
              <a:t>06-02-2026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07F9CB-B36B-40C1-BB2E-4DD056FCC7DA}" type="slidenum">
              <a:rPr lang="en-IN" smtClean="0"/>
              <a:t>‹#›</a:t>
            </a:fld>
            <a:endParaRPr lang="en-IN"/>
          </a:p>
        </p:txBody>
      </p:sp>
    </p:spTree>
    <p:extLst>
      <p:ext uri="{BB962C8B-B14F-4D97-AF65-F5344CB8AC3E}">
        <p14:creationId xmlns:p14="http://schemas.microsoft.com/office/powerpoint/2010/main" val="23749519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accent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1109980" y="882376"/>
            <a:ext cx="9966960" cy="2926080"/>
          </a:xfrm>
        </p:spPr>
        <p:txBody>
          <a:bodyPr anchor="b">
            <a:normAutofit/>
          </a:bodyPr>
          <a:lstStyle>
            <a:lvl1pPr algn="ctr">
              <a:lnSpc>
                <a:spcPct val="85000"/>
              </a:lnSpc>
              <a:defRPr sz="7200" b="1" cap="all"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709530" y="3869634"/>
            <a:ext cx="8767860" cy="1388165"/>
          </a:xfrm>
        </p:spPr>
        <p:txBody>
          <a:bodyPr>
            <a:normAutofit/>
          </a:bodyPr>
          <a:lstStyle>
            <a:lvl1pPr marL="0" indent="0" algn="ctr">
              <a:buNone/>
              <a:defRPr sz="2200">
                <a:solidFill>
                  <a:srgbClr val="FFFFFF"/>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rgbClr val="FFFFFF"/>
                </a:solidFill>
              </a:defRPr>
            </a:lvl1pPr>
          </a:lstStyle>
          <a:p>
            <a:fld id="{9CB8EA2D-9B0A-4472-9334-2C1B91DF263D}" type="datetime1">
              <a:rPr lang="en-IN" smtClean="0"/>
              <a:t>06-02-2026</a:t>
            </a:fld>
            <a:endParaRPr lang="en-IN"/>
          </a:p>
        </p:txBody>
      </p:sp>
      <p:sp>
        <p:nvSpPr>
          <p:cNvPr id="5" name="Footer Placeholder 4"/>
          <p:cNvSpPr>
            <a:spLocks noGrp="1"/>
          </p:cNvSpPr>
          <p:nvPr>
            <p:ph type="ftr" sz="quarter" idx="11"/>
          </p:nvPr>
        </p:nvSpPr>
        <p:spPr/>
        <p:txBody>
          <a:bodyPr/>
          <a:lstStyle>
            <a:lvl1pPr>
              <a:defRPr>
                <a:solidFill>
                  <a:srgbClr val="FFFFFF"/>
                </a:solidFill>
              </a:defRPr>
            </a:lvl1pPr>
          </a:lstStyle>
          <a:p>
            <a:r>
              <a:rPr lang="en-IN"/>
              <a:t>Det. of ECE                                                                                          2021-21</a:t>
            </a:r>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5E3901C0-E6C4-4CD0-A2CB-0632E133B8B8}" type="slidenum">
              <a:rPr lang="en-IN" smtClean="0"/>
              <a:t>‹#›</a:t>
            </a:fld>
            <a:endParaRPr lang="en-IN"/>
          </a:p>
        </p:txBody>
      </p:sp>
      <p:cxnSp>
        <p:nvCxnSpPr>
          <p:cNvPr id="8" name="Straight Connector 7"/>
          <p:cNvCxnSpPr/>
          <p:nvPr/>
        </p:nvCxnSpPr>
        <p:spPr>
          <a:xfrm>
            <a:off x="1978660" y="3733800"/>
            <a:ext cx="8229601"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476111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B2DE1E-D4B4-4539-9BC4-B8466941B7EE}" type="datetime1">
              <a:rPr lang="en-IN" smtClean="0"/>
              <a:t>06-02-2026</a:t>
            </a:fld>
            <a:endParaRPr lang="en-IN"/>
          </a:p>
        </p:txBody>
      </p:sp>
      <p:sp>
        <p:nvSpPr>
          <p:cNvPr id="5" name="Footer Placeholder 4"/>
          <p:cNvSpPr>
            <a:spLocks noGrp="1"/>
          </p:cNvSpPr>
          <p:nvPr>
            <p:ph type="ftr" sz="quarter" idx="11"/>
          </p:nvPr>
        </p:nvSpPr>
        <p:spPr/>
        <p:txBody>
          <a:bodyPr/>
          <a:lstStyle/>
          <a:p>
            <a:r>
              <a:rPr lang="en-IN"/>
              <a:t>Det. of ECE                                                                                          2021-21</a:t>
            </a:r>
          </a:p>
        </p:txBody>
      </p:sp>
      <p:sp>
        <p:nvSpPr>
          <p:cNvPr id="6" name="Slide Number Placeholder 5"/>
          <p:cNvSpPr>
            <a:spLocks noGrp="1"/>
          </p:cNvSpPr>
          <p:nvPr>
            <p:ph type="sldNum" sz="quarter" idx="12"/>
          </p:nvPr>
        </p:nvSpPr>
        <p:spPr/>
        <p:txBody>
          <a:bodyPr/>
          <a:lstStyle/>
          <a:p>
            <a:fld id="{5E3901C0-E6C4-4CD0-A2CB-0632E133B8B8}" type="slidenum">
              <a:rPr lang="en-IN" smtClean="0"/>
              <a:t>‹#›</a:t>
            </a:fld>
            <a:endParaRPr lang="en-IN"/>
          </a:p>
        </p:txBody>
      </p:sp>
    </p:spTree>
    <p:extLst>
      <p:ext uri="{BB962C8B-B14F-4D97-AF65-F5344CB8AC3E}">
        <p14:creationId xmlns:p14="http://schemas.microsoft.com/office/powerpoint/2010/main" val="17087340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06424" y="1173575"/>
            <a:ext cx="9966960" cy="2926080"/>
          </a:xfrm>
        </p:spPr>
        <p:txBody>
          <a:bodyPr anchor="b">
            <a:noAutofit/>
          </a:bodyPr>
          <a:lstStyle>
            <a:lvl1pPr algn="ctr">
              <a:lnSpc>
                <a:spcPct val="85000"/>
              </a:lnSpc>
              <a:defRPr sz="7200" b="0" cap="all" baseline="0"/>
            </a:lvl1pPr>
          </a:lstStyle>
          <a:p>
            <a:r>
              <a:rPr lang="en-US"/>
              <a:t>Click to edit Master title style</a:t>
            </a:r>
            <a:endParaRPr lang="en-US" dirty="0"/>
          </a:p>
        </p:txBody>
      </p:sp>
      <p:sp>
        <p:nvSpPr>
          <p:cNvPr id="3" name="Text Placeholder 2"/>
          <p:cNvSpPr>
            <a:spLocks noGrp="1"/>
          </p:cNvSpPr>
          <p:nvPr>
            <p:ph type="body" idx="1"/>
          </p:nvPr>
        </p:nvSpPr>
        <p:spPr>
          <a:xfrm>
            <a:off x="1709928" y="4154520"/>
            <a:ext cx="8769096" cy="1363806"/>
          </a:xfrm>
        </p:spPr>
        <p:txBody>
          <a:bodyPr anchor="t">
            <a:normAutofit/>
          </a:bodyPr>
          <a:lstStyle>
            <a:lvl1pPr marL="0" indent="0" algn="ctr">
              <a:buNone/>
              <a:defRPr sz="2200">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E3DCF9-2491-41DA-86AB-8E8ED8312CE6}" type="datetime1">
              <a:rPr lang="en-IN" smtClean="0"/>
              <a:t>06-02-2026</a:t>
            </a:fld>
            <a:endParaRPr lang="en-IN"/>
          </a:p>
        </p:txBody>
      </p:sp>
      <p:sp>
        <p:nvSpPr>
          <p:cNvPr id="5" name="Footer Placeholder 4"/>
          <p:cNvSpPr>
            <a:spLocks noGrp="1"/>
          </p:cNvSpPr>
          <p:nvPr>
            <p:ph type="ftr" sz="quarter" idx="11"/>
          </p:nvPr>
        </p:nvSpPr>
        <p:spPr/>
        <p:txBody>
          <a:bodyPr/>
          <a:lstStyle/>
          <a:p>
            <a:r>
              <a:rPr lang="en-IN"/>
              <a:t>Det. of ECE                                                                                          2021-21</a:t>
            </a:r>
          </a:p>
        </p:txBody>
      </p:sp>
      <p:sp>
        <p:nvSpPr>
          <p:cNvPr id="6" name="Slide Number Placeholder 5"/>
          <p:cNvSpPr>
            <a:spLocks noGrp="1"/>
          </p:cNvSpPr>
          <p:nvPr>
            <p:ph type="sldNum" sz="quarter" idx="12"/>
          </p:nvPr>
        </p:nvSpPr>
        <p:spPr/>
        <p:txBody>
          <a:bodyPr/>
          <a:lstStyle/>
          <a:p>
            <a:fld id="{5E3901C0-E6C4-4CD0-A2CB-0632E133B8B8}" type="slidenum">
              <a:rPr lang="en-IN" smtClean="0"/>
              <a:t>‹#›</a:t>
            </a:fld>
            <a:endParaRPr lang="en-IN"/>
          </a:p>
        </p:txBody>
      </p:sp>
      <p:cxnSp>
        <p:nvCxnSpPr>
          <p:cNvPr id="7" name="Straight Connector 6"/>
          <p:cNvCxnSpPr/>
          <p:nvPr/>
        </p:nvCxnSpPr>
        <p:spPr>
          <a:xfrm>
            <a:off x="1981200" y="4020408"/>
            <a:ext cx="822960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085075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3000" y="2057399"/>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67612" y="2057400"/>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0D18B41-68DD-4276-BAE0-F83FE96A6E34}" type="datetime1">
              <a:rPr lang="en-IN" smtClean="0"/>
              <a:t>06-02-2026</a:t>
            </a:fld>
            <a:endParaRPr lang="en-IN"/>
          </a:p>
        </p:txBody>
      </p:sp>
      <p:sp>
        <p:nvSpPr>
          <p:cNvPr id="6" name="Footer Placeholder 5"/>
          <p:cNvSpPr>
            <a:spLocks noGrp="1"/>
          </p:cNvSpPr>
          <p:nvPr>
            <p:ph type="ftr" sz="quarter" idx="11"/>
          </p:nvPr>
        </p:nvSpPr>
        <p:spPr/>
        <p:txBody>
          <a:bodyPr/>
          <a:lstStyle/>
          <a:p>
            <a:r>
              <a:rPr lang="en-IN"/>
              <a:t>Det. of ECE                                                                                          2021-21</a:t>
            </a:r>
          </a:p>
        </p:txBody>
      </p:sp>
      <p:sp>
        <p:nvSpPr>
          <p:cNvPr id="7" name="Slide Number Placeholder 6"/>
          <p:cNvSpPr>
            <a:spLocks noGrp="1"/>
          </p:cNvSpPr>
          <p:nvPr>
            <p:ph type="sldNum" sz="quarter" idx="12"/>
          </p:nvPr>
        </p:nvSpPr>
        <p:spPr/>
        <p:txBody>
          <a:bodyPr/>
          <a:lstStyle/>
          <a:p>
            <a:fld id="{5E3901C0-E6C4-4CD0-A2CB-0632E133B8B8}" type="slidenum">
              <a:rPr lang="en-IN" smtClean="0"/>
              <a:t>‹#›</a:t>
            </a:fld>
            <a:endParaRPr lang="en-IN"/>
          </a:p>
        </p:txBody>
      </p:sp>
    </p:spTree>
    <p:extLst>
      <p:ext uri="{BB962C8B-B14F-4D97-AF65-F5344CB8AC3E}">
        <p14:creationId xmlns:p14="http://schemas.microsoft.com/office/powerpoint/2010/main" val="28519689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143000" y="2001511"/>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3000" y="2721483"/>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69173" y="1999032"/>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69173" y="2719322"/>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B49E73A-EBFC-42AF-9343-506A4648C217}" type="datetime1">
              <a:rPr lang="en-IN" smtClean="0"/>
              <a:t>06-02-2026</a:t>
            </a:fld>
            <a:endParaRPr lang="en-IN"/>
          </a:p>
        </p:txBody>
      </p:sp>
      <p:sp>
        <p:nvSpPr>
          <p:cNvPr id="8" name="Footer Placeholder 7"/>
          <p:cNvSpPr>
            <a:spLocks noGrp="1"/>
          </p:cNvSpPr>
          <p:nvPr>
            <p:ph type="ftr" sz="quarter" idx="11"/>
          </p:nvPr>
        </p:nvSpPr>
        <p:spPr/>
        <p:txBody>
          <a:bodyPr/>
          <a:lstStyle/>
          <a:p>
            <a:r>
              <a:rPr lang="en-IN"/>
              <a:t>Det. of ECE                                                                                          2021-21</a:t>
            </a:r>
          </a:p>
        </p:txBody>
      </p:sp>
      <p:sp>
        <p:nvSpPr>
          <p:cNvPr id="9" name="Slide Number Placeholder 8"/>
          <p:cNvSpPr>
            <a:spLocks noGrp="1"/>
          </p:cNvSpPr>
          <p:nvPr>
            <p:ph type="sldNum" sz="quarter" idx="12"/>
          </p:nvPr>
        </p:nvSpPr>
        <p:spPr/>
        <p:txBody>
          <a:bodyPr/>
          <a:lstStyle/>
          <a:p>
            <a:fld id="{5E3901C0-E6C4-4CD0-A2CB-0632E133B8B8}" type="slidenum">
              <a:rPr lang="en-IN" smtClean="0"/>
              <a:t>‹#›</a:t>
            </a:fld>
            <a:endParaRPr lang="en-IN"/>
          </a:p>
        </p:txBody>
      </p:sp>
    </p:spTree>
    <p:extLst>
      <p:ext uri="{BB962C8B-B14F-4D97-AF65-F5344CB8AC3E}">
        <p14:creationId xmlns:p14="http://schemas.microsoft.com/office/powerpoint/2010/main" val="35131350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4E0698A-6F46-4207-9DD0-7F98B1E62283}" type="datetime1">
              <a:rPr lang="en-IN" smtClean="0"/>
              <a:t>06-02-2026</a:t>
            </a:fld>
            <a:endParaRPr lang="en-IN"/>
          </a:p>
        </p:txBody>
      </p:sp>
      <p:sp>
        <p:nvSpPr>
          <p:cNvPr id="4" name="Footer Placeholder 3"/>
          <p:cNvSpPr>
            <a:spLocks noGrp="1"/>
          </p:cNvSpPr>
          <p:nvPr>
            <p:ph type="ftr" sz="quarter" idx="11"/>
          </p:nvPr>
        </p:nvSpPr>
        <p:spPr/>
        <p:txBody>
          <a:bodyPr/>
          <a:lstStyle/>
          <a:p>
            <a:r>
              <a:rPr lang="en-IN"/>
              <a:t>Det. of ECE                                                                                          2021-21</a:t>
            </a:r>
          </a:p>
        </p:txBody>
      </p:sp>
      <p:sp>
        <p:nvSpPr>
          <p:cNvPr id="5" name="Slide Number Placeholder 4"/>
          <p:cNvSpPr>
            <a:spLocks noGrp="1"/>
          </p:cNvSpPr>
          <p:nvPr>
            <p:ph type="sldNum" sz="quarter" idx="12"/>
          </p:nvPr>
        </p:nvSpPr>
        <p:spPr/>
        <p:txBody>
          <a:bodyPr/>
          <a:lstStyle/>
          <a:p>
            <a:fld id="{5E3901C0-E6C4-4CD0-A2CB-0632E133B8B8}" type="slidenum">
              <a:rPr lang="en-IN" smtClean="0"/>
              <a:t>‹#›</a:t>
            </a:fld>
            <a:endParaRPr lang="en-IN"/>
          </a:p>
        </p:txBody>
      </p:sp>
    </p:spTree>
    <p:extLst>
      <p:ext uri="{BB962C8B-B14F-4D97-AF65-F5344CB8AC3E}">
        <p14:creationId xmlns:p14="http://schemas.microsoft.com/office/powerpoint/2010/main" val="13313228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A3BF248-C731-4E84-A54E-03F4B9C519C1}" type="datetime1">
              <a:rPr lang="en-IN" smtClean="0"/>
              <a:t>06-02-2026</a:t>
            </a:fld>
            <a:endParaRPr lang="en-IN"/>
          </a:p>
        </p:txBody>
      </p:sp>
      <p:sp>
        <p:nvSpPr>
          <p:cNvPr id="3" name="Footer Placeholder 2"/>
          <p:cNvSpPr>
            <a:spLocks noGrp="1"/>
          </p:cNvSpPr>
          <p:nvPr>
            <p:ph type="ftr" sz="quarter" idx="11"/>
          </p:nvPr>
        </p:nvSpPr>
        <p:spPr/>
        <p:txBody>
          <a:bodyPr/>
          <a:lstStyle/>
          <a:p>
            <a:r>
              <a:rPr lang="en-IN"/>
              <a:t>Det. of ECE                                                                                          2021-21</a:t>
            </a:r>
          </a:p>
        </p:txBody>
      </p:sp>
      <p:sp>
        <p:nvSpPr>
          <p:cNvPr id="4" name="Slide Number Placeholder 3"/>
          <p:cNvSpPr>
            <a:spLocks noGrp="1"/>
          </p:cNvSpPr>
          <p:nvPr>
            <p:ph type="sldNum" sz="quarter" idx="12"/>
          </p:nvPr>
        </p:nvSpPr>
        <p:spPr/>
        <p:txBody>
          <a:bodyPr/>
          <a:lstStyle/>
          <a:p>
            <a:fld id="{5E3901C0-E6C4-4CD0-A2CB-0632E133B8B8}" type="slidenum">
              <a:rPr lang="en-IN" smtClean="0"/>
              <a:t>‹#›</a:t>
            </a:fld>
            <a:endParaRPr lang="en-IN"/>
          </a:p>
        </p:txBody>
      </p:sp>
    </p:spTree>
    <p:extLst>
      <p:ext uri="{BB962C8B-B14F-4D97-AF65-F5344CB8AC3E}">
        <p14:creationId xmlns:p14="http://schemas.microsoft.com/office/powerpoint/2010/main" val="14488560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Content Placeholder 2"/>
          <p:cNvSpPr>
            <a:spLocks noGrp="1"/>
          </p:cNvSpPr>
          <p:nvPr>
            <p:ph idx="1"/>
          </p:nvPr>
        </p:nvSpPr>
        <p:spPr>
          <a:xfrm>
            <a:off x="5852159" y="1097280"/>
            <a:ext cx="5212080" cy="46634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3000" y="2834640"/>
            <a:ext cx="3931920" cy="301752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92E1EA2-E39A-4B19-913A-2BCC5F6324A3}" type="datetime1">
              <a:rPr lang="en-IN" smtClean="0"/>
              <a:t>06-02-2026</a:t>
            </a:fld>
            <a:endParaRPr lang="en-IN"/>
          </a:p>
        </p:txBody>
      </p:sp>
      <p:sp>
        <p:nvSpPr>
          <p:cNvPr id="6" name="Footer Placeholder 5"/>
          <p:cNvSpPr>
            <a:spLocks noGrp="1"/>
          </p:cNvSpPr>
          <p:nvPr>
            <p:ph type="ftr" sz="quarter" idx="11"/>
          </p:nvPr>
        </p:nvSpPr>
        <p:spPr/>
        <p:txBody>
          <a:bodyPr/>
          <a:lstStyle/>
          <a:p>
            <a:r>
              <a:rPr lang="en-IN"/>
              <a:t>Det. of ECE                                                                                          2021-21</a:t>
            </a:r>
          </a:p>
        </p:txBody>
      </p:sp>
      <p:sp>
        <p:nvSpPr>
          <p:cNvPr id="7" name="Slide Number Placeholder 6"/>
          <p:cNvSpPr>
            <a:spLocks noGrp="1"/>
          </p:cNvSpPr>
          <p:nvPr>
            <p:ph type="sldNum" sz="quarter" idx="12"/>
          </p:nvPr>
        </p:nvSpPr>
        <p:spPr/>
        <p:txBody>
          <a:bodyPr/>
          <a:lstStyle/>
          <a:p>
            <a:fld id="{5E3901C0-E6C4-4CD0-A2CB-0632E133B8B8}" type="slidenum">
              <a:rPr lang="en-IN" smtClean="0"/>
              <a:t>‹#›</a:t>
            </a:fld>
            <a:endParaRPr lang="en-IN"/>
          </a:p>
        </p:txBody>
      </p:sp>
    </p:spTree>
    <p:extLst>
      <p:ext uri="{BB962C8B-B14F-4D97-AF65-F5344CB8AC3E}">
        <p14:creationId xmlns:p14="http://schemas.microsoft.com/office/powerpoint/2010/main" val="6406127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413248" y="1069847"/>
            <a:ext cx="6099048" cy="4800600"/>
          </a:xfrm>
        </p:spPr>
        <p:txBody>
          <a:bodyPr lIns="274320" tIns="182880" anchor="t">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3000" y="2834640"/>
            <a:ext cx="3931920" cy="288036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E664BD9-D220-43BE-AEB9-577969A6B017}" type="datetime1">
              <a:rPr lang="en-IN" smtClean="0"/>
              <a:t>06-02-2026</a:t>
            </a:fld>
            <a:endParaRPr lang="en-IN"/>
          </a:p>
        </p:txBody>
      </p:sp>
      <p:sp>
        <p:nvSpPr>
          <p:cNvPr id="6" name="Footer Placeholder 5"/>
          <p:cNvSpPr>
            <a:spLocks noGrp="1"/>
          </p:cNvSpPr>
          <p:nvPr>
            <p:ph type="ftr" sz="quarter" idx="11"/>
          </p:nvPr>
        </p:nvSpPr>
        <p:spPr/>
        <p:txBody>
          <a:bodyPr/>
          <a:lstStyle/>
          <a:p>
            <a:r>
              <a:rPr lang="en-IN"/>
              <a:t>Det. of ECE                                                                                          2021-21</a:t>
            </a:r>
          </a:p>
        </p:txBody>
      </p:sp>
      <p:sp>
        <p:nvSpPr>
          <p:cNvPr id="7" name="Slide Number Placeholder 6"/>
          <p:cNvSpPr>
            <a:spLocks noGrp="1"/>
          </p:cNvSpPr>
          <p:nvPr>
            <p:ph type="sldNum" sz="quarter" idx="12"/>
          </p:nvPr>
        </p:nvSpPr>
        <p:spPr/>
        <p:txBody>
          <a:bodyPr/>
          <a:lstStyle/>
          <a:p>
            <a:fld id="{5E3901C0-E6C4-4CD0-A2CB-0632E133B8B8}" type="slidenum">
              <a:rPr lang="en-IN" smtClean="0"/>
              <a:t>‹#›</a:t>
            </a:fld>
            <a:endParaRPr lang="en-IN"/>
          </a:p>
        </p:txBody>
      </p:sp>
    </p:spTree>
    <p:extLst>
      <p:ext uri="{BB962C8B-B14F-4D97-AF65-F5344CB8AC3E}">
        <p14:creationId xmlns:p14="http://schemas.microsoft.com/office/powerpoint/2010/main" val="35992697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80044C8-2EF0-4486-A30C-9A929B25ED40}" type="datetime1">
              <a:rPr lang="en-IN" smtClean="0"/>
              <a:t>06-02-2026</a:t>
            </a:fld>
            <a:endParaRPr lang="en-IN"/>
          </a:p>
        </p:txBody>
      </p:sp>
      <p:sp>
        <p:nvSpPr>
          <p:cNvPr id="5" name="Footer Placeholder 4"/>
          <p:cNvSpPr>
            <a:spLocks noGrp="1"/>
          </p:cNvSpPr>
          <p:nvPr>
            <p:ph type="ftr" sz="quarter" idx="11"/>
          </p:nvPr>
        </p:nvSpPr>
        <p:spPr/>
        <p:txBody>
          <a:bodyPr/>
          <a:lstStyle/>
          <a:p>
            <a:r>
              <a:rPr lang="en-IN"/>
              <a:t>Det. of ECE                                                                                          2021-21</a:t>
            </a:r>
          </a:p>
        </p:txBody>
      </p:sp>
      <p:sp>
        <p:nvSpPr>
          <p:cNvPr id="6" name="Slide Number Placeholder 5"/>
          <p:cNvSpPr>
            <a:spLocks noGrp="1"/>
          </p:cNvSpPr>
          <p:nvPr>
            <p:ph type="sldNum" sz="quarter" idx="12"/>
          </p:nvPr>
        </p:nvSpPr>
        <p:spPr/>
        <p:txBody>
          <a:bodyPr/>
          <a:lstStyle/>
          <a:p>
            <a:fld id="{5E3901C0-E6C4-4CD0-A2CB-0632E133B8B8}" type="slidenum">
              <a:rPr lang="en-IN" smtClean="0"/>
              <a:t>‹#›</a:t>
            </a:fld>
            <a:endParaRPr lang="en-IN"/>
          </a:p>
        </p:txBody>
      </p:sp>
    </p:spTree>
    <p:extLst>
      <p:ext uri="{BB962C8B-B14F-4D97-AF65-F5344CB8AC3E}">
        <p14:creationId xmlns:p14="http://schemas.microsoft.com/office/powerpoint/2010/main" val="22949177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324100" cy="54102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3000" y="762000"/>
            <a:ext cx="74295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FA0FAC2-01F4-4508-AE65-BF8F4E4D91DC}" type="datetime1">
              <a:rPr lang="en-IN" smtClean="0"/>
              <a:t>06-02-2026</a:t>
            </a:fld>
            <a:endParaRPr lang="en-IN"/>
          </a:p>
        </p:txBody>
      </p:sp>
      <p:sp>
        <p:nvSpPr>
          <p:cNvPr id="5" name="Footer Placeholder 4"/>
          <p:cNvSpPr>
            <a:spLocks noGrp="1"/>
          </p:cNvSpPr>
          <p:nvPr>
            <p:ph type="ftr" sz="quarter" idx="11"/>
          </p:nvPr>
        </p:nvSpPr>
        <p:spPr/>
        <p:txBody>
          <a:bodyPr/>
          <a:lstStyle/>
          <a:p>
            <a:r>
              <a:rPr lang="en-IN"/>
              <a:t>Det. of ECE                                                                                          2021-21</a:t>
            </a:r>
          </a:p>
        </p:txBody>
      </p:sp>
      <p:sp>
        <p:nvSpPr>
          <p:cNvPr id="6" name="Slide Number Placeholder 5"/>
          <p:cNvSpPr>
            <a:spLocks noGrp="1"/>
          </p:cNvSpPr>
          <p:nvPr>
            <p:ph type="sldNum" sz="quarter" idx="12"/>
          </p:nvPr>
        </p:nvSpPr>
        <p:spPr/>
        <p:txBody>
          <a:bodyPr/>
          <a:lstStyle/>
          <a:p>
            <a:fld id="{5E3901C0-E6C4-4CD0-A2CB-0632E133B8B8}" type="slidenum">
              <a:rPr lang="en-IN" smtClean="0"/>
              <a:t>‹#›</a:t>
            </a:fld>
            <a:endParaRPr lang="en-IN"/>
          </a:p>
        </p:txBody>
      </p:sp>
    </p:spTree>
    <p:extLst>
      <p:ext uri="{BB962C8B-B14F-4D97-AF65-F5344CB8AC3E}">
        <p14:creationId xmlns:p14="http://schemas.microsoft.com/office/powerpoint/2010/main" val="20732611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143000" y="609600"/>
            <a:ext cx="9875520" cy="135636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43000" y="2057400"/>
            <a:ext cx="9872871" cy="4038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142996" y="6223828"/>
            <a:ext cx="2329074" cy="365125"/>
          </a:xfrm>
          <a:prstGeom prst="rect">
            <a:avLst/>
          </a:prstGeom>
        </p:spPr>
        <p:txBody>
          <a:bodyPr vert="horz" lIns="91440" tIns="45720" rIns="91440" bIns="45720" rtlCol="0" anchor="ctr"/>
          <a:lstStyle>
            <a:lvl1pPr algn="l">
              <a:defRPr sz="1200">
                <a:solidFill>
                  <a:schemeClr val="accent1"/>
                </a:solidFill>
              </a:defRPr>
            </a:lvl1pPr>
          </a:lstStyle>
          <a:p>
            <a:fld id="{F0B3356D-4907-4286-A6D5-A31828187FA6}" type="datetime1">
              <a:rPr lang="en-IN" smtClean="0"/>
              <a:t>06-02-2026</a:t>
            </a:fld>
            <a:endParaRPr lang="en-IN"/>
          </a:p>
        </p:txBody>
      </p:sp>
      <p:sp>
        <p:nvSpPr>
          <p:cNvPr id="5" name="Footer Placeholder 4"/>
          <p:cNvSpPr>
            <a:spLocks noGrp="1"/>
          </p:cNvSpPr>
          <p:nvPr>
            <p:ph type="ftr" sz="quarter" idx="3"/>
          </p:nvPr>
        </p:nvSpPr>
        <p:spPr>
          <a:xfrm>
            <a:off x="3949148" y="6223828"/>
            <a:ext cx="4717774" cy="365125"/>
          </a:xfrm>
          <a:prstGeom prst="rect">
            <a:avLst/>
          </a:prstGeom>
        </p:spPr>
        <p:txBody>
          <a:bodyPr vert="horz" lIns="91440" tIns="45720" rIns="91440" bIns="45720" rtlCol="0" anchor="ctr"/>
          <a:lstStyle>
            <a:lvl1pPr algn="ctr">
              <a:defRPr sz="1200">
                <a:solidFill>
                  <a:schemeClr val="accent1"/>
                </a:solidFill>
              </a:defRPr>
            </a:lvl1pPr>
          </a:lstStyle>
          <a:p>
            <a:r>
              <a:rPr lang="en-IN"/>
              <a:t>Det. of ECE                                                                                          2021-21</a:t>
            </a:r>
          </a:p>
        </p:txBody>
      </p:sp>
      <p:sp>
        <p:nvSpPr>
          <p:cNvPr id="6" name="Slide Number Placeholder 5"/>
          <p:cNvSpPr>
            <a:spLocks noGrp="1"/>
          </p:cNvSpPr>
          <p:nvPr>
            <p:ph type="sldNum" sz="quarter" idx="4"/>
          </p:nvPr>
        </p:nvSpPr>
        <p:spPr>
          <a:xfrm>
            <a:off x="9329530" y="6223828"/>
            <a:ext cx="1706217" cy="365125"/>
          </a:xfrm>
          <a:prstGeom prst="rect">
            <a:avLst/>
          </a:prstGeom>
        </p:spPr>
        <p:txBody>
          <a:bodyPr vert="horz" lIns="91440" tIns="45720" rIns="91440" bIns="45720" rtlCol="0" anchor="ctr"/>
          <a:lstStyle>
            <a:lvl1pPr algn="r">
              <a:defRPr sz="1200">
                <a:solidFill>
                  <a:schemeClr val="accent1"/>
                </a:solidFill>
              </a:defRPr>
            </a:lvl1pPr>
          </a:lstStyle>
          <a:p>
            <a:fld id="{5E3901C0-E6C4-4CD0-A2CB-0632E133B8B8}" type="slidenum">
              <a:rPr lang="en-IN" smtClean="0"/>
              <a:t>‹#›</a:t>
            </a:fld>
            <a:endParaRPr lang="en-IN"/>
          </a:p>
        </p:txBody>
      </p:sp>
    </p:spTree>
    <p:extLst>
      <p:ext uri="{BB962C8B-B14F-4D97-AF65-F5344CB8AC3E}">
        <p14:creationId xmlns:p14="http://schemas.microsoft.com/office/powerpoint/2010/main" val="2794630319"/>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dt="0"/>
  <p:txStyles>
    <p:titleStyle>
      <a:lvl1pPr algn="l" defTabSz="914400" rtl="0" eaLnBrk="1" latinLnBrk="0" hangingPunct="1">
        <a:lnSpc>
          <a:spcPct val="90000"/>
        </a:lnSpc>
        <a:spcBef>
          <a:spcPct val="0"/>
        </a:spcBef>
        <a:buNone/>
        <a:defRPr sz="4400" kern="1200">
          <a:solidFill>
            <a:schemeClr val="accent1"/>
          </a:solidFill>
          <a:latin typeface="+mj-lt"/>
          <a:ea typeface="+mj-ea"/>
          <a:cs typeface="+mj-cs"/>
        </a:defRPr>
      </a:lvl1pPr>
    </p:titleStyle>
    <p:bodyStyle>
      <a:lvl1pPr marL="228600" indent="-182880" algn="l" defTabSz="914400" rtl="0" eaLnBrk="1" latinLnBrk="0" hangingPunct="1">
        <a:lnSpc>
          <a:spcPct val="90000"/>
        </a:lnSpc>
        <a:spcBef>
          <a:spcPts val="1400"/>
        </a:spcBef>
        <a:buClr>
          <a:schemeClr val="accent1"/>
        </a:buClr>
        <a:buSzPct val="80000"/>
        <a:buFont typeface="Corbel" pitchFamily="34" charset="0"/>
        <a:buChar char="•"/>
        <a:defRPr sz="2200" kern="1200">
          <a:solidFill>
            <a:schemeClr val="accent1"/>
          </a:solidFill>
          <a:latin typeface="+mn-lt"/>
          <a:ea typeface="+mn-ea"/>
          <a:cs typeface="+mn-cs"/>
        </a:defRPr>
      </a:lvl1pPr>
      <a:lvl2pPr marL="45720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2000" kern="1200">
          <a:solidFill>
            <a:schemeClr val="accent1"/>
          </a:solidFill>
          <a:latin typeface="+mn-lt"/>
          <a:ea typeface="+mn-ea"/>
          <a:cs typeface="+mn-cs"/>
        </a:defRPr>
      </a:lvl2pPr>
      <a:lvl3pPr marL="73152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800" kern="1200">
          <a:solidFill>
            <a:schemeClr val="accent1"/>
          </a:solidFill>
          <a:latin typeface="+mn-lt"/>
          <a:ea typeface="+mn-ea"/>
          <a:cs typeface="+mn-cs"/>
        </a:defRPr>
      </a:lvl3pPr>
      <a:lvl4pPr marL="100584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4pPr>
      <a:lvl5pPr marL="128016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1.xml.rels><?xml version="1.0" encoding="UTF-8" standalone="yes"?>
<Relationships xmlns="http://schemas.openxmlformats.org/package/2006/relationships"><Relationship Id="rId3" Type="http://schemas.openxmlformats.org/officeDocument/2006/relationships/hyperlink" Target="https://iopscience.iop.org/article/10.1088/1742-6596/1362/1/012027/meta" TargetMode="External"/><Relationship Id="rId2" Type="http://schemas.openxmlformats.org/officeDocument/2006/relationships/hyperlink" Target="https://www.researchgate.net/publication/344357016_Internet_of_Things_Based_Electricity_Theft_Detection_Using_Raspberry_PI" TargetMode="External"/><Relationship Id="rId1" Type="http://schemas.openxmlformats.org/officeDocument/2006/relationships/slideLayout" Target="../slideLayouts/slideLayout2.xml"/><Relationship Id="rId5" Type="http://schemas.openxmlformats.org/officeDocument/2006/relationships/hyperlink" Target="https://www.smart-energy.com/industry-sectors/energy-grid-management/energy-theft-and-fraud-reduction/" TargetMode="External"/><Relationship Id="rId4" Type="http://schemas.openxmlformats.org/officeDocument/2006/relationships/hyperlink" Target="https://www.ijert.org/research/smart-energy-meter-and-monitoring-system-using-iot-IJERTCONV8IS14011.pdf"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6E5BFB-0CEA-DA2B-8D2C-FF4473A018BF}"/>
              </a:ext>
            </a:extLst>
          </p:cNvPr>
          <p:cNvSpPr>
            <a:spLocks noGrp="1"/>
          </p:cNvSpPr>
          <p:nvPr>
            <p:ph type="ctrTitle"/>
          </p:nvPr>
        </p:nvSpPr>
        <p:spPr/>
        <p:txBody>
          <a:bodyPr/>
          <a:lstStyle/>
          <a:p>
            <a:endParaRPr lang="en-US" dirty="0"/>
          </a:p>
        </p:txBody>
      </p:sp>
      <p:sp>
        <p:nvSpPr>
          <p:cNvPr id="3" name="Subtitle 2">
            <a:extLst>
              <a:ext uri="{FF2B5EF4-FFF2-40B4-BE49-F238E27FC236}">
                <a16:creationId xmlns:a16="http://schemas.microsoft.com/office/drawing/2014/main" id="{EBACED8A-89B4-2E44-D462-8840FEA0ACFB}"/>
              </a:ext>
            </a:extLst>
          </p:cNvPr>
          <p:cNvSpPr>
            <a:spLocks noGrp="1"/>
          </p:cNvSpPr>
          <p:nvPr>
            <p:ph type="subTitle" idx="1"/>
          </p:nvPr>
        </p:nvSpPr>
        <p:spPr/>
        <p:txBody>
          <a:bodyPr/>
          <a:lstStyle/>
          <a:p>
            <a:endParaRPr lang="en-US"/>
          </a:p>
        </p:txBody>
      </p:sp>
      <p:sp>
        <p:nvSpPr>
          <p:cNvPr id="5" name="AutoShape 4" descr="Generated image">
            <a:extLst>
              <a:ext uri="{FF2B5EF4-FFF2-40B4-BE49-F238E27FC236}">
                <a16:creationId xmlns:a16="http://schemas.microsoft.com/office/drawing/2014/main" id="{70D2875C-33F2-73E1-E445-FC930E3C16EE}"/>
              </a:ext>
            </a:extLst>
          </p:cNvPr>
          <p:cNvSpPr>
            <a:spLocks noChangeAspect="1" noChangeArrowheads="1"/>
          </p:cNvSpPr>
          <p:nvPr/>
        </p:nvSpPr>
        <p:spPr bwMode="auto">
          <a:xfrm>
            <a:off x="3615267" y="948267"/>
            <a:ext cx="2633133" cy="263313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9" name="Picture 8">
            <a:extLst>
              <a:ext uri="{FF2B5EF4-FFF2-40B4-BE49-F238E27FC236}">
                <a16:creationId xmlns:a16="http://schemas.microsoft.com/office/drawing/2014/main" id="{A26A8EF1-5966-79C6-296D-28E35D28788B}"/>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0444861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8E1B587-7AC4-4304-956E-F9BC0D7C21FE}"/>
              </a:ext>
            </a:extLst>
          </p:cNvPr>
          <p:cNvSpPr txBox="1">
            <a:spLocks noGrp="1"/>
          </p:cNvSpPr>
          <p:nvPr>
            <p:ph type="title"/>
          </p:nvPr>
        </p:nvSpPr>
        <p:spPr>
          <a:xfrm>
            <a:off x="653145" y="609599"/>
            <a:ext cx="3364378" cy="5606143"/>
          </a:xfrm>
          <a:prstGeom prst="rect">
            <a:avLst/>
          </a:prstGeom>
        </p:spPr>
        <p:txBody>
          <a:bodyPr rtlCol="0">
            <a:normAutofit/>
          </a:bodyPr>
          <a:lstStyle/>
          <a:p>
            <a:r>
              <a:rPr lang="en-IN" b="1">
                <a:latin typeface="Times New Roman" panose="02020603050405020304" pitchFamily="18" charset="0"/>
                <a:cs typeface="Times New Roman" panose="02020603050405020304" pitchFamily="18" charset="0"/>
              </a:rPr>
              <a:t>CONTENTS</a:t>
            </a:r>
          </a:p>
        </p:txBody>
      </p:sp>
      <p:sp>
        <p:nvSpPr>
          <p:cNvPr id="5" name="Slide Number Placeholder 4">
            <a:extLst>
              <a:ext uri="{FF2B5EF4-FFF2-40B4-BE49-F238E27FC236}">
                <a16:creationId xmlns:a16="http://schemas.microsoft.com/office/drawing/2014/main" id="{9262A0B4-161F-488E-903A-9EFEFF910AED}"/>
              </a:ext>
            </a:extLst>
          </p:cNvPr>
          <p:cNvSpPr>
            <a:spLocks noGrp="1"/>
          </p:cNvSpPr>
          <p:nvPr>
            <p:ph type="sldNum" sz="quarter" idx="12"/>
          </p:nvPr>
        </p:nvSpPr>
        <p:spPr>
          <a:xfrm>
            <a:off x="9329530" y="6223828"/>
            <a:ext cx="1706217" cy="365125"/>
          </a:xfrm>
        </p:spPr>
        <p:txBody>
          <a:bodyPr>
            <a:normAutofit/>
          </a:bodyPr>
          <a:lstStyle/>
          <a:p>
            <a:pPr>
              <a:spcAft>
                <a:spcPts val="600"/>
              </a:spcAft>
            </a:pPr>
            <a:fld id="{5E3901C0-E6C4-4CD0-A2CB-0632E133B8B8}" type="slidenum">
              <a:rPr lang="en-IN" smtClean="0"/>
              <a:pPr>
                <a:spcAft>
                  <a:spcPts val="600"/>
                </a:spcAft>
              </a:pPr>
              <a:t>2</a:t>
            </a:fld>
            <a:endParaRPr lang="en-IN"/>
          </a:p>
        </p:txBody>
      </p:sp>
      <p:graphicFrame>
        <p:nvGraphicFramePr>
          <p:cNvPr id="9" name="Content Placeholder 6">
            <a:extLst>
              <a:ext uri="{FF2B5EF4-FFF2-40B4-BE49-F238E27FC236}">
                <a16:creationId xmlns:a16="http://schemas.microsoft.com/office/drawing/2014/main" id="{85F06C19-6615-4E12-7DD8-E91526742687}"/>
              </a:ext>
            </a:extLst>
          </p:cNvPr>
          <p:cNvGraphicFramePr>
            <a:graphicFrameLocks noGrp="1"/>
          </p:cNvGraphicFramePr>
          <p:nvPr>
            <p:ph idx="1"/>
            <p:extLst>
              <p:ext uri="{D42A27DB-BD31-4B8C-83A1-F6EECF244321}">
                <p14:modId xmlns:p14="http://schemas.microsoft.com/office/powerpoint/2010/main" val="3725942708"/>
              </p:ext>
            </p:extLst>
          </p:nvPr>
        </p:nvGraphicFramePr>
        <p:xfrm>
          <a:off x="4545013" y="1199858"/>
          <a:ext cx="6451943" cy="446788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285815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8E1B587-7AC4-4304-956E-F9BC0D7C21FE}"/>
              </a:ext>
            </a:extLst>
          </p:cNvPr>
          <p:cNvSpPr txBox="1">
            <a:spLocks noGrp="1"/>
          </p:cNvSpPr>
          <p:nvPr>
            <p:ph type="title"/>
          </p:nvPr>
        </p:nvSpPr>
        <p:spPr>
          <a:xfrm>
            <a:off x="653145" y="609599"/>
            <a:ext cx="3364378" cy="5606143"/>
          </a:xfrm>
          <a:prstGeom prst="rect">
            <a:avLst/>
          </a:prstGeom>
        </p:spPr>
        <p:txBody>
          <a:bodyPr rtlCol="0">
            <a:normAutofit/>
          </a:bodyPr>
          <a:lstStyle/>
          <a:p>
            <a:r>
              <a:rPr lang="en-US" sz="3000" b="1">
                <a:latin typeface="Times New Roman" panose="02020603050405020304" pitchFamily="18" charset="0"/>
                <a:cs typeface="Times New Roman" panose="02020603050405020304" pitchFamily="18" charset="0"/>
              </a:rPr>
              <a:t>I</a:t>
            </a:r>
            <a:r>
              <a:rPr lang="en-IN" sz="3000" b="1">
                <a:latin typeface="Times New Roman" panose="02020603050405020304" pitchFamily="18" charset="0"/>
                <a:cs typeface="Times New Roman" panose="02020603050405020304" pitchFamily="18" charset="0"/>
              </a:rPr>
              <a:t>NTRODUCTION</a:t>
            </a:r>
          </a:p>
        </p:txBody>
      </p:sp>
      <p:sp>
        <p:nvSpPr>
          <p:cNvPr id="5" name="Slide Number Placeholder 4">
            <a:extLst>
              <a:ext uri="{FF2B5EF4-FFF2-40B4-BE49-F238E27FC236}">
                <a16:creationId xmlns:a16="http://schemas.microsoft.com/office/drawing/2014/main" id="{9262A0B4-161F-488E-903A-9EFEFF910AED}"/>
              </a:ext>
            </a:extLst>
          </p:cNvPr>
          <p:cNvSpPr>
            <a:spLocks noGrp="1"/>
          </p:cNvSpPr>
          <p:nvPr>
            <p:ph type="sldNum" sz="quarter" idx="12"/>
          </p:nvPr>
        </p:nvSpPr>
        <p:spPr>
          <a:xfrm>
            <a:off x="9329530" y="6223828"/>
            <a:ext cx="1706217" cy="365125"/>
          </a:xfrm>
        </p:spPr>
        <p:txBody>
          <a:bodyPr>
            <a:normAutofit/>
          </a:bodyPr>
          <a:lstStyle/>
          <a:p>
            <a:pPr>
              <a:spcAft>
                <a:spcPts val="600"/>
              </a:spcAft>
            </a:pPr>
            <a:fld id="{5E3901C0-E6C4-4CD0-A2CB-0632E133B8B8}" type="slidenum">
              <a:rPr lang="en-IN" smtClean="0"/>
              <a:pPr>
                <a:spcAft>
                  <a:spcPts val="600"/>
                </a:spcAft>
              </a:pPr>
              <a:t>3</a:t>
            </a:fld>
            <a:endParaRPr lang="en-IN"/>
          </a:p>
        </p:txBody>
      </p:sp>
      <p:graphicFrame>
        <p:nvGraphicFramePr>
          <p:cNvPr id="9" name="Content Placeholder 6">
            <a:extLst>
              <a:ext uri="{FF2B5EF4-FFF2-40B4-BE49-F238E27FC236}">
                <a16:creationId xmlns:a16="http://schemas.microsoft.com/office/drawing/2014/main" id="{213172E5-94DC-3500-25E6-23934275D629}"/>
              </a:ext>
            </a:extLst>
          </p:cNvPr>
          <p:cNvGraphicFramePr>
            <a:graphicFrameLocks noGrp="1"/>
          </p:cNvGraphicFramePr>
          <p:nvPr>
            <p:ph idx="1"/>
            <p:extLst>
              <p:ext uri="{D42A27DB-BD31-4B8C-83A1-F6EECF244321}">
                <p14:modId xmlns:p14="http://schemas.microsoft.com/office/powerpoint/2010/main" val="2109121703"/>
              </p:ext>
            </p:extLst>
          </p:nvPr>
        </p:nvGraphicFramePr>
        <p:xfrm>
          <a:off x="4545013" y="1199858"/>
          <a:ext cx="6451943" cy="446788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826240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8E1B587-7AC4-4304-956E-F9BC0D7C21FE}"/>
              </a:ext>
            </a:extLst>
          </p:cNvPr>
          <p:cNvSpPr txBox="1">
            <a:spLocks noGrp="1"/>
          </p:cNvSpPr>
          <p:nvPr>
            <p:ph type="title"/>
          </p:nvPr>
        </p:nvSpPr>
        <p:spPr>
          <a:xfrm>
            <a:off x="653145" y="609599"/>
            <a:ext cx="3364378" cy="5606143"/>
          </a:xfrm>
          <a:prstGeom prst="rect">
            <a:avLst/>
          </a:prstGeom>
        </p:spPr>
        <p:txBody>
          <a:bodyPr rtlCol="0">
            <a:normAutofit/>
          </a:bodyPr>
          <a:lstStyle/>
          <a:p>
            <a:r>
              <a:rPr lang="en-IN" sz="3700" b="1">
                <a:latin typeface="Times New Roman" panose="02020603050405020304" pitchFamily="18" charset="0"/>
                <a:cs typeface="Times New Roman" panose="02020603050405020304" pitchFamily="18" charset="0"/>
              </a:rPr>
              <a:t>MOTIVATION</a:t>
            </a:r>
          </a:p>
        </p:txBody>
      </p:sp>
      <p:sp>
        <p:nvSpPr>
          <p:cNvPr id="5" name="Slide Number Placeholder 4">
            <a:extLst>
              <a:ext uri="{FF2B5EF4-FFF2-40B4-BE49-F238E27FC236}">
                <a16:creationId xmlns:a16="http://schemas.microsoft.com/office/drawing/2014/main" id="{9262A0B4-161F-488E-903A-9EFEFF910AED}"/>
              </a:ext>
            </a:extLst>
          </p:cNvPr>
          <p:cNvSpPr>
            <a:spLocks noGrp="1"/>
          </p:cNvSpPr>
          <p:nvPr>
            <p:ph type="sldNum" sz="quarter" idx="12"/>
          </p:nvPr>
        </p:nvSpPr>
        <p:spPr>
          <a:xfrm>
            <a:off x="9329530" y="6223828"/>
            <a:ext cx="1706217" cy="365125"/>
          </a:xfrm>
        </p:spPr>
        <p:txBody>
          <a:bodyPr>
            <a:normAutofit/>
          </a:bodyPr>
          <a:lstStyle/>
          <a:p>
            <a:pPr>
              <a:spcAft>
                <a:spcPts val="600"/>
              </a:spcAft>
            </a:pPr>
            <a:fld id="{5E3901C0-E6C4-4CD0-A2CB-0632E133B8B8}" type="slidenum">
              <a:rPr lang="en-IN" smtClean="0"/>
              <a:pPr>
                <a:spcAft>
                  <a:spcPts val="600"/>
                </a:spcAft>
              </a:pPr>
              <a:t>4</a:t>
            </a:fld>
            <a:endParaRPr lang="en-IN"/>
          </a:p>
        </p:txBody>
      </p:sp>
      <p:graphicFrame>
        <p:nvGraphicFramePr>
          <p:cNvPr id="9" name="Content Placeholder 6">
            <a:extLst>
              <a:ext uri="{FF2B5EF4-FFF2-40B4-BE49-F238E27FC236}">
                <a16:creationId xmlns:a16="http://schemas.microsoft.com/office/drawing/2014/main" id="{1CDFFC3B-ACBE-D056-09AE-1D7EC5699D09}"/>
              </a:ext>
            </a:extLst>
          </p:cNvPr>
          <p:cNvGraphicFramePr>
            <a:graphicFrameLocks noGrp="1"/>
          </p:cNvGraphicFramePr>
          <p:nvPr>
            <p:ph idx="1"/>
            <p:extLst>
              <p:ext uri="{D42A27DB-BD31-4B8C-83A1-F6EECF244321}">
                <p14:modId xmlns:p14="http://schemas.microsoft.com/office/powerpoint/2010/main" val="2880439383"/>
              </p:ext>
            </p:extLst>
          </p:nvPr>
        </p:nvGraphicFramePr>
        <p:xfrm>
          <a:off x="4545013" y="1199858"/>
          <a:ext cx="6451943" cy="446788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590336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8E1B587-7AC4-4304-956E-F9BC0D7C21FE}"/>
              </a:ext>
            </a:extLst>
          </p:cNvPr>
          <p:cNvSpPr txBox="1">
            <a:spLocks noGrp="1"/>
          </p:cNvSpPr>
          <p:nvPr>
            <p:ph type="title"/>
          </p:nvPr>
        </p:nvSpPr>
        <p:spPr>
          <a:xfrm>
            <a:off x="740975" y="141048"/>
            <a:ext cx="9903691" cy="1754326"/>
          </a:xfrm>
          <a:prstGeom prst="rect">
            <a:avLst/>
          </a:prstGeom>
          <a:noFill/>
        </p:spPr>
        <p:txBody>
          <a:bodyPr wrap="square" rtlCol="0">
            <a:spAutoFit/>
          </a:bodyPr>
          <a:lstStyle/>
          <a:p>
            <a:r>
              <a:rPr lang="en-US" sz="4000" b="1">
                <a:solidFill>
                  <a:srgbClr val="7030A0"/>
                </a:solidFill>
                <a:latin typeface="Times New Roman" panose="02020603050405020304" pitchFamily="18" charset="0"/>
                <a:cs typeface="Times New Roman" panose="02020603050405020304" pitchFamily="18" charset="0"/>
              </a:rPr>
              <a:t>DESCRIPTION OF PROJECT/METHODOLOGY FOLLOWED </a:t>
            </a:r>
            <a:endParaRPr lang="en-IN" sz="4000" b="1" dirty="0">
              <a:solidFill>
                <a:srgbClr val="7030A0"/>
              </a:solidFill>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9262A0B4-161F-488E-903A-9EFEFF910AED}"/>
              </a:ext>
            </a:extLst>
          </p:cNvPr>
          <p:cNvSpPr>
            <a:spLocks noGrp="1"/>
          </p:cNvSpPr>
          <p:nvPr>
            <p:ph type="sldNum" sz="quarter" idx="12"/>
          </p:nvPr>
        </p:nvSpPr>
        <p:spPr/>
        <p:txBody>
          <a:bodyPr/>
          <a:lstStyle/>
          <a:p>
            <a:fld id="{5E3901C0-E6C4-4CD0-A2CB-0632E133B8B8}" type="slidenum">
              <a:rPr lang="en-IN" smtClean="0"/>
              <a:t>5</a:t>
            </a:fld>
            <a:endParaRPr lang="en-IN" dirty="0"/>
          </a:p>
        </p:txBody>
      </p:sp>
      <p:pic>
        <p:nvPicPr>
          <p:cNvPr id="8" name="Content Placeholder 7">
            <a:extLst>
              <a:ext uri="{FF2B5EF4-FFF2-40B4-BE49-F238E27FC236}">
                <a16:creationId xmlns:a16="http://schemas.microsoft.com/office/drawing/2014/main" id="{7D914596-8AC2-8F6C-4E08-E4E6A23F37A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96242" y="1775606"/>
            <a:ext cx="8186396" cy="4324554"/>
          </a:xfrm>
          <a:prstGeom prst="rect">
            <a:avLst/>
          </a:prstGeom>
        </p:spPr>
      </p:pic>
    </p:spTree>
    <p:extLst>
      <p:ext uri="{BB962C8B-B14F-4D97-AF65-F5344CB8AC3E}">
        <p14:creationId xmlns:p14="http://schemas.microsoft.com/office/powerpoint/2010/main" val="21278468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8936E6B-032F-1377-B35E-D0F29DD2AA99}"/>
              </a:ext>
            </a:extLst>
          </p:cNvPr>
          <p:cNvSpPr>
            <a:spLocks noGrp="1"/>
          </p:cNvSpPr>
          <p:nvPr>
            <p:ph idx="1"/>
          </p:nvPr>
        </p:nvSpPr>
        <p:spPr>
          <a:xfrm>
            <a:off x="1162876" y="678076"/>
            <a:ext cx="9872871" cy="5501848"/>
          </a:xfrm>
        </p:spPr>
        <p:txBody>
          <a:bodyPr/>
          <a:lstStyle/>
          <a:p>
            <a:pPr marL="45720" indent="0">
              <a:buNone/>
            </a:pPr>
            <a:r>
              <a:rPr lang="en-US" sz="3600" b="1" u="sng" dirty="0">
                <a:solidFill>
                  <a:schemeClr val="accent2"/>
                </a:solidFill>
                <a:effectLst/>
                <a:latin typeface="Calibri" panose="020F0502020204030204" pitchFamily="34" charset="0"/>
                <a:ea typeface="Calibri" panose="020F0502020204030204" pitchFamily="34" charset="0"/>
                <a:cs typeface="Arial" panose="020B0604020202020204" pitchFamily="34" charset="0"/>
              </a:rPr>
              <a:t>Components used :</a:t>
            </a:r>
          </a:p>
          <a:p>
            <a:pPr lvl="0"/>
            <a:r>
              <a:rPr lang="en-US" sz="1800" b="1" dirty="0">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rPr>
              <a:t>ESP32 Development Board</a:t>
            </a:r>
            <a:endParaRPr lang="en-US" sz="1800" dirty="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p>
            <a:pPr lvl="0"/>
            <a:r>
              <a:rPr lang="en-US" sz="1800" b="1" dirty="0">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rPr>
              <a:t>ZMPT101B AC Single Phase Voltage Sensor</a:t>
            </a:r>
            <a:endParaRPr lang="en-US" sz="1800" dirty="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p>
            <a:pPr lvl="0"/>
            <a:r>
              <a:rPr lang="en-US" sz="1800" b="1" dirty="0">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rPr>
              <a:t>SCT-013 Current Sensor</a:t>
            </a:r>
            <a:endParaRPr lang="en-US" sz="1800" dirty="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p>
            <a:pPr lvl="0"/>
            <a:r>
              <a:rPr lang="en-US" sz="1800" b="1" dirty="0">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rPr>
              <a:t>10k</a:t>
            </a:r>
            <a:r>
              <a:rPr lang="en-US" sz="1800" dirty="0">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rPr>
              <a:t> Ω</a:t>
            </a:r>
            <a:r>
              <a:rPr lang="en-US" sz="1800" b="1" dirty="0">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rPr>
              <a:t> Resistors</a:t>
            </a:r>
            <a:endParaRPr lang="en-US" sz="1800" dirty="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p>
            <a:pPr lvl="0"/>
            <a:r>
              <a:rPr lang="en-US" sz="1800" b="1" dirty="0">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rPr>
              <a:t>100</a:t>
            </a:r>
            <a:r>
              <a:rPr lang="en-US" sz="1800" dirty="0">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rPr>
              <a:t>Ω</a:t>
            </a:r>
            <a:r>
              <a:rPr lang="en-US" sz="1800" b="1" dirty="0">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rPr>
              <a:t> Resistor</a:t>
            </a:r>
            <a:endParaRPr lang="en-US" sz="1800" dirty="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p>
            <a:pPr lvl="0"/>
            <a:r>
              <a:rPr lang="en-US" sz="1800" b="1" dirty="0">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rPr>
              <a:t>10</a:t>
            </a:r>
            <a:r>
              <a:rPr lang="en-US" sz="1800" b="1" dirty="0">
                <a:solidFill>
                  <a:schemeClr val="tx1"/>
                </a:solidFill>
                <a:effectLst/>
                <a:latin typeface="Symbol" pitchFamily="2" charset="2"/>
                <a:ea typeface="Times New Roman" panose="02020603050405020304" pitchFamily="18" charset="0"/>
                <a:cs typeface="Arial" panose="020B0604020202020204" pitchFamily="34" charset="0"/>
              </a:rPr>
              <a:t>m</a:t>
            </a:r>
            <a:r>
              <a:rPr lang="en-US" sz="1800" b="1" dirty="0">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rPr>
              <a:t>F Capacitor</a:t>
            </a:r>
            <a:endParaRPr lang="en-US" sz="1800" dirty="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p>
            <a:pPr lvl="0"/>
            <a:r>
              <a:rPr lang="en-US" sz="1800" b="1" dirty="0">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rPr>
              <a:t>Bread Board</a:t>
            </a:r>
            <a:endParaRPr lang="en-US" sz="1800" dirty="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p>
            <a:pPr lvl="0"/>
            <a:r>
              <a:rPr lang="en-US" sz="1800" b="1" dirty="0">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rPr>
              <a:t>Jumper Wires</a:t>
            </a:r>
            <a:endParaRPr lang="en-US" sz="1800" dirty="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p>
            <a:pPr lvl="0"/>
            <a:r>
              <a:rPr lang="en-US" sz="1800" b="1" dirty="0">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rPr>
              <a:t>Bulb</a:t>
            </a:r>
            <a:endParaRPr lang="en-US" sz="1800" dirty="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p>
            <a:pPr lvl="0"/>
            <a:r>
              <a:rPr lang="en-US" sz="1800" b="1" dirty="0">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rPr>
              <a:t>3-pin plug</a:t>
            </a:r>
            <a:endParaRPr lang="en-US" sz="1800" dirty="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p>
            <a:pPr marL="45720" indent="0">
              <a:buNone/>
            </a:pPr>
            <a:endParaRPr lang="en-US" dirty="0"/>
          </a:p>
        </p:txBody>
      </p:sp>
      <p:sp>
        <p:nvSpPr>
          <p:cNvPr id="5" name="Slide Number Placeholder 4">
            <a:extLst>
              <a:ext uri="{FF2B5EF4-FFF2-40B4-BE49-F238E27FC236}">
                <a16:creationId xmlns:a16="http://schemas.microsoft.com/office/drawing/2014/main" id="{C76A0E17-3E10-2C4D-07A9-C705B4D7BE57}"/>
              </a:ext>
            </a:extLst>
          </p:cNvPr>
          <p:cNvSpPr>
            <a:spLocks noGrp="1"/>
          </p:cNvSpPr>
          <p:nvPr>
            <p:ph type="sldNum" sz="quarter" idx="12"/>
          </p:nvPr>
        </p:nvSpPr>
        <p:spPr/>
        <p:txBody>
          <a:bodyPr/>
          <a:lstStyle/>
          <a:p>
            <a:fld id="{5E3901C0-E6C4-4CD0-A2CB-0632E133B8B8}" type="slidenum">
              <a:rPr lang="en-IN" smtClean="0"/>
              <a:t>6</a:t>
            </a:fld>
            <a:endParaRPr lang="en-IN"/>
          </a:p>
        </p:txBody>
      </p:sp>
    </p:spTree>
    <p:extLst>
      <p:ext uri="{BB962C8B-B14F-4D97-AF65-F5344CB8AC3E}">
        <p14:creationId xmlns:p14="http://schemas.microsoft.com/office/powerpoint/2010/main" val="4228688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8E1B587-7AC4-4304-956E-F9BC0D7C21FE}"/>
              </a:ext>
            </a:extLst>
          </p:cNvPr>
          <p:cNvSpPr txBox="1">
            <a:spLocks noGrp="1"/>
          </p:cNvSpPr>
          <p:nvPr>
            <p:ph type="title"/>
          </p:nvPr>
        </p:nvSpPr>
        <p:spPr>
          <a:xfrm>
            <a:off x="838200" y="422815"/>
            <a:ext cx="9903691" cy="646331"/>
          </a:xfrm>
          <a:prstGeom prst="rect">
            <a:avLst/>
          </a:prstGeom>
          <a:noFill/>
        </p:spPr>
        <p:txBody>
          <a:bodyPr wrap="square" rtlCol="0">
            <a:spAutoFit/>
          </a:bodyPr>
          <a:lstStyle/>
          <a:p>
            <a:r>
              <a:rPr lang="en-US" sz="4000" b="1" dirty="0">
                <a:solidFill>
                  <a:srgbClr val="7030A0"/>
                </a:solidFill>
                <a:latin typeface="Times New Roman" panose="02020603050405020304" pitchFamily="18" charset="0"/>
                <a:cs typeface="Times New Roman" panose="02020603050405020304" pitchFamily="18" charset="0"/>
              </a:rPr>
              <a:t>RESULTS AND DISCUSSION</a:t>
            </a:r>
            <a:endParaRPr lang="en-IN" sz="4000" b="1" dirty="0">
              <a:solidFill>
                <a:srgbClr val="7030A0"/>
              </a:solidFill>
              <a:latin typeface="Times New Roman" panose="02020603050405020304" pitchFamily="18" charset="0"/>
              <a:cs typeface="Times New Roman" panose="02020603050405020304" pitchFamily="18" charset="0"/>
            </a:endParaRPr>
          </a:p>
        </p:txBody>
      </p:sp>
      <p:sp>
        <p:nvSpPr>
          <p:cNvPr id="7" name="Content Placeholder 6">
            <a:extLst>
              <a:ext uri="{FF2B5EF4-FFF2-40B4-BE49-F238E27FC236}">
                <a16:creationId xmlns:a16="http://schemas.microsoft.com/office/drawing/2014/main" id="{4ECED461-E064-4FBA-A00A-F44A04896C5D}"/>
              </a:ext>
            </a:extLst>
          </p:cNvPr>
          <p:cNvSpPr txBox="1">
            <a:spLocks noGrp="1"/>
          </p:cNvSpPr>
          <p:nvPr>
            <p:ph idx="1"/>
          </p:nvPr>
        </p:nvSpPr>
        <p:spPr>
          <a:xfrm>
            <a:off x="838199" y="1232942"/>
            <a:ext cx="10515600" cy="1033937"/>
          </a:xfrm>
          <a:prstGeom prst="rect">
            <a:avLst/>
          </a:prstGeom>
          <a:noFill/>
        </p:spPr>
        <p:txBody>
          <a:bodyPr wrap="square">
            <a:spAutoFit/>
          </a:bodyPr>
          <a:lstStyle/>
          <a:p>
            <a:pPr marL="342900" marR="296545" indent="-342900">
              <a:lnSpc>
                <a:spcPct val="150000"/>
              </a:lnSpc>
              <a:spcBef>
                <a:spcPts val="305"/>
              </a:spcBef>
              <a:buFont typeface="Symbol" panose="05050102010706020507" pitchFamily="18" charset="2"/>
              <a:buChar char=""/>
            </a:pPr>
            <a:r>
              <a:rPr lang="en-US" sz="1800" dirty="0">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rPr>
              <a:t>When the device is offline, the readings will be set at 0.</a:t>
            </a:r>
            <a:endParaRPr lang="en-IN" sz="1800" dirty="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p>
            <a:pPr marL="342900" marR="296545" lvl="0" indent="-342900">
              <a:lnSpc>
                <a:spcPct val="150000"/>
              </a:lnSpc>
              <a:spcBef>
                <a:spcPts val="305"/>
              </a:spcBef>
              <a:spcAft>
                <a:spcPts val="0"/>
              </a:spcAft>
              <a:buFont typeface="Symbol" panose="05050102010706020507" pitchFamily="18" charset="2"/>
              <a:buChar char=""/>
            </a:pPr>
            <a:endParaRPr lang="en-IN" sz="2400" b="1" kern="0" dirty="0">
              <a:solidFill>
                <a:schemeClr val="tx1"/>
              </a:solidFill>
              <a:effectLst/>
              <a:latin typeface="Times New Roman" panose="02020603050405020304" pitchFamily="18" charset="0"/>
              <a:ea typeface="Times New Roman" panose="02020603050405020304" pitchFamily="18" charset="0"/>
            </a:endParaRPr>
          </a:p>
        </p:txBody>
      </p:sp>
      <p:sp>
        <p:nvSpPr>
          <p:cNvPr id="5" name="Slide Number Placeholder 4">
            <a:extLst>
              <a:ext uri="{FF2B5EF4-FFF2-40B4-BE49-F238E27FC236}">
                <a16:creationId xmlns:a16="http://schemas.microsoft.com/office/drawing/2014/main" id="{9262A0B4-161F-488E-903A-9EFEFF910AED}"/>
              </a:ext>
            </a:extLst>
          </p:cNvPr>
          <p:cNvSpPr>
            <a:spLocks noGrp="1"/>
          </p:cNvSpPr>
          <p:nvPr>
            <p:ph type="sldNum" sz="quarter" idx="12"/>
          </p:nvPr>
        </p:nvSpPr>
        <p:spPr/>
        <p:txBody>
          <a:bodyPr/>
          <a:lstStyle/>
          <a:p>
            <a:fld id="{5E3901C0-E6C4-4CD0-A2CB-0632E133B8B8}" type="slidenum">
              <a:rPr lang="en-IN" smtClean="0"/>
              <a:t>7</a:t>
            </a:fld>
            <a:endParaRPr lang="en-IN" dirty="0"/>
          </a:p>
        </p:txBody>
      </p:sp>
      <p:pic>
        <p:nvPicPr>
          <p:cNvPr id="8" name="Picture 7">
            <a:extLst>
              <a:ext uri="{FF2B5EF4-FFF2-40B4-BE49-F238E27FC236}">
                <a16:creationId xmlns:a16="http://schemas.microsoft.com/office/drawing/2014/main" id="{33B88F6F-5D58-C712-ABF1-6267BFC6B659}"/>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473"/>
          <a:stretch/>
        </p:blipFill>
        <p:spPr bwMode="auto">
          <a:xfrm>
            <a:off x="2617354" y="1984375"/>
            <a:ext cx="6957290" cy="4166052"/>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5656138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46ADEF9-67C2-71B0-EEE1-53F2E5C19E7F}"/>
              </a:ext>
            </a:extLst>
          </p:cNvPr>
          <p:cNvSpPr>
            <a:spLocks noGrp="1"/>
          </p:cNvSpPr>
          <p:nvPr>
            <p:ph idx="1"/>
          </p:nvPr>
        </p:nvSpPr>
        <p:spPr>
          <a:xfrm>
            <a:off x="1143000" y="894080"/>
            <a:ext cx="9872871" cy="5201920"/>
          </a:xfrm>
        </p:spPr>
        <p:txBody>
          <a:bodyPr/>
          <a:lstStyle/>
          <a:p>
            <a:r>
              <a:rPr lang="en-US" sz="1800" dirty="0">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rPr>
              <a:t>Once the device is made online, the energy meter data is uploaded to </a:t>
            </a:r>
            <a:r>
              <a:rPr lang="en-US" sz="1800" b="1" dirty="0">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rPr>
              <a:t>Blynk Application</a:t>
            </a:r>
            <a:r>
              <a:rPr lang="en-US" sz="1800" dirty="0">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rPr>
              <a:t> after the interval of every </a:t>
            </a:r>
            <a:r>
              <a:rPr lang="en-US" sz="1800" b="1" dirty="0">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rPr>
              <a:t>5 seconds</a:t>
            </a:r>
            <a:r>
              <a:rPr lang="en-US" sz="1800" dirty="0">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rPr>
              <a:t>. The data can be observed on Serial Monitor as well as Blynk Application.</a:t>
            </a:r>
            <a:endParaRPr lang="en-IN" sz="1800" dirty="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p>
            <a:endParaRPr lang="en-IN" dirty="0"/>
          </a:p>
        </p:txBody>
      </p:sp>
      <p:sp>
        <p:nvSpPr>
          <p:cNvPr id="5" name="Slide Number Placeholder 4">
            <a:extLst>
              <a:ext uri="{FF2B5EF4-FFF2-40B4-BE49-F238E27FC236}">
                <a16:creationId xmlns:a16="http://schemas.microsoft.com/office/drawing/2014/main" id="{C3F8736D-044F-9EFC-CA7B-98013C624264}"/>
              </a:ext>
            </a:extLst>
          </p:cNvPr>
          <p:cNvSpPr>
            <a:spLocks noGrp="1"/>
          </p:cNvSpPr>
          <p:nvPr>
            <p:ph type="sldNum" sz="quarter" idx="12"/>
          </p:nvPr>
        </p:nvSpPr>
        <p:spPr/>
        <p:txBody>
          <a:bodyPr/>
          <a:lstStyle/>
          <a:p>
            <a:fld id="{5E3901C0-E6C4-4CD0-A2CB-0632E133B8B8}" type="slidenum">
              <a:rPr lang="en-IN" smtClean="0"/>
              <a:t>8</a:t>
            </a:fld>
            <a:endParaRPr lang="en-IN"/>
          </a:p>
        </p:txBody>
      </p:sp>
      <p:pic>
        <p:nvPicPr>
          <p:cNvPr id="6" name="Picture 5">
            <a:extLst>
              <a:ext uri="{FF2B5EF4-FFF2-40B4-BE49-F238E27FC236}">
                <a16:creationId xmlns:a16="http://schemas.microsoft.com/office/drawing/2014/main" id="{8E972401-6E1C-9C6F-A01F-D6B0E4EA170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856968" y="1671008"/>
            <a:ext cx="6444933" cy="4292912"/>
          </a:xfrm>
          <a:prstGeom prst="rect">
            <a:avLst/>
          </a:prstGeom>
          <a:noFill/>
          <a:ln>
            <a:noFill/>
          </a:ln>
        </p:spPr>
      </p:pic>
    </p:spTree>
    <p:extLst>
      <p:ext uri="{BB962C8B-B14F-4D97-AF65-F5344CB8AC3E}">
        <p14:creationId xmlns:p14="http://schemas.microsoft.com/office/powerpoint/2010/main" val="1135417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3532F18-D57B-CE07-E3D4-923189BD4262}"/>
              </a:ext>
            </a:extLst>
          </p:cNvPr>
          <p:cNvSpPr>
            <a:spLocks noGrp="1"/>
          </p:cNvSpPr>
          <p:nvPr>
            <p:ph idx="1"/>
          </p:nvPr>
        </p:nvSpPr>
        <p:spPr>
          <a:xfrm>
            <a:off x="1143000" y="721360"/>
            <a:ext cx="9872871" cy="5374640"/>
          </a:xfrm>
        </p:spPr>
        <p:txBody>
          <a:bodyPr/>
          <a:lstStyle/>
          <a:p>
            <a:r>
              <a:rPr lang="en-US" sz="1800" dirty="0">
                <a:effectLst/>
                <a:latin typeface="Times New Roman" panose="02020603050405020304" pitchFamily="18" charset="0"/>
                <a:ea typeface="Times New Roman" panose="02020603050405020304" pitchFamily="18" charset="0"/>
                <a:cs typeface="Arial" panose="020B0604020202020204" pitchFamily="34" charset="0"/>
              </a:rPr>
              <a:t>The data is sent to the Blynk Application in real time.</a:t>
            </a:r>
            <a:endParaRPr lang="en-IN" sz="1800" dirty="0">
              <a:effectLst/>
              <a:latin typeface="Calibri" panose="020F0502020204030204" pitchFamily="34" charset="0"/>
              <a:ea typeface="Calibri" panose="020F0502020204030204" pitchFamily="34" charset="0"/>
              <a:cs typeface="Arial" panose="020B0604020202020204" pitchFamily="34" charset="0"/>
            </a:endParaRPr>
          </a:p>
          <a:p>
            <a:endParaRPr lang="en-IN" dirty="0"/>
          </a:p>
        </p:txBody>
      </p:sp>
      <p:sp>
        <p:nvSpPr>
          <p:cNvPr id="5" name="Slide Number Placeholder 4">
            <a:extLst>
              <a:ext uri="{FF2B5EF4-FFF2-40B4-BE49-F238E27FC236}">
                <a16:creationId xmlns:a16="http://schemas.microsoft.com/office/drawing/2014/main" id="{9DE30F55-4E30-C87A-38DE-5F89544D7131}"/>
              </a:ext>
            </a:extLst>
          </p:cNvPr>
          <p:cNvSpPr>
            <a:spLocks noGrp="1"/>
          </p:cNvSpPr>
          <p:nvPr>
            <p:ph type="sldNum" sz="quarter" idx="12"/>
          </p:nvPr>
        </p:nvSpPr>
        <p:spPr/>
        <p:txBody>
          <a:bodyPr/>
          <a:lstStyle/>
          <a:p>
            <a:fld id="{5E3901C0-E6C4-4CD0-A2CB-0632E133B8B8}" type="slidenum">
              <a:rPr lang="en-IN" smtClean="0"/>
              <a:t>9</a:t>
            </a:fld>
            <a:endParaRPr lang="en-IN"/>
          </a:p>
        </p:txBody>
      </p:sp>
      <p:pic>
        <p:nvPicPr>
          <p:cNvPr id="6" name="Picture 5">
            <a:extLst>
              <a:ext uri="{FF2B5EF4-FFF2-40B4-BE49-F238E27FC236}">
                <a16:creationId xmlns:a16="http://schemas.microsoft.com/office/drawing/2014/main" id="{B3F7D6F7-3578-5F98-A0B1-9C9155BA97C5}"/>
              </a:ext>
            </a:extLst>
          </p:cNvPr>
          <p:cNvPicPr>
            <a:picLocks noChangeAspect="1"/>
          </p:cNvPicPr>
          <p:nvPr/>
        </p:nvPicPr>
        <p:blipFill rotWithShape="1">
          <a:blip r:embed="rId2">
            <a:extLst>
              <a:ext uri="{28A0092B-C50C-407E-A947-70E740481C1C}">
                <a14:useLocalDpi xmlns:a14="http://schemas.microsoft.com/office/drawing/2010/main" val="0"/>
              </a:ext>
            </a:extLst>
          </a:blip>
          <a:srcRect b="19912"/>
          <a:stretch/>
        </p:blipFill>
        <p:spPr bwMode="auto">
          <a:xfrm>
            <a:off x="3124200" y="1704975"/>
            <a:ext cx="5943600" cy="344805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6098355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8E1B587-7AC4-4304-956E-F9BC0D7C21FE}"/>
              </a:ext>
            </a:extLst>
          </p:cNvPr>
          <p:cNvSpPr txBox="1">
            <a:spLocks noGrp="1"/>
          </p:cNvSpPr>
          <p:nvPr>
            <p:ph type="title"/>
          </p:nvPr>
        </p:nvSpPr>
        <p:spPr>
          <a:xfrm>
            <a:off x="653145" y="609599"/>
            <a:ext cx="3364378" cy="5606143"/>
          </a:xfrm>
          <a:prstGeom prst="rect">
            <a:avLst/>
          </a:prstGeom>
        </p:spPr>
        <p:txBody>
          <a:bodyPr rtlCol="0">
            <a:normAutofit/>
          </a:bodyPr>
          <a:lstStyle/>
          <a:p>
            <a:r>
              <a:rPr lang="en-US" sz="3400" b="1">
                <a:latin typeface="Times New Roman" panose="02020603050405020304" pitchFamily="18" charset="0"/>
                <a:cs typeface="Times New Roman" panose="02020603050405020304" pitchFamily="18" charset="0"/>
              </a:rPr>
              <a:t>CONCLUSION</a:t>
            </a:r>
            <a:endParaRPr lang="en-IN" sz="3400" b="1">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9262A0B4-161F-488E-903A-9EFEFF910AED}"/>
              </a:ext>
            </a:extLst>
          </p:cNvPr>
          <p:cNvSpPr>
            <a:spLocks noGrp="1"/>
          </p:cNvSpPr>
          <p:nvPr>
            <p:ph type="sldNum" sz="quarter" idx="12"/>
          </p:nvPr>
        </p:nvSpPr>
        <p:spPr>
          <a:xfrm>
            <a:off x="9329530" y="6223828"/>
            <a:ext cx="1706217" cy="365125"/>
          </a:xfrm>
        </p:spPr>
        <p:txBody>
          <a:bodyPr>
            <a:normAutofit/>
          </a:bodyPr>
          <a:lstStyle/>
          <a:p>
            <a:pPr>
              <a:spcAft>
                <a:spcPts val="600"/>
              </a:spcAft>
            </a:pPr>
            <a:fld id="{5E3901C0-E6C4-4CD0-A2CB-0632E133B8B8}" type="slidenum">
              <a:rPr lang="en-IN" smtClean="0"/>
              <a:pPr>
                <a:spcAft>
                  <a:spcPts val="600"/>
                </a:spcAft>
              </a:pPr>
              <a:t>10</a:t>
            </a:fld>
            <a:endParaRPr lang="en-IN"/>
          </a:p>
        </p:txBody>
      </p:sp>
      <p:graphicFrame>
        <p:nvGraphicFramePr>
          <p:cNvPr id="9" name="Content Placeholder 6">
            <a:extLst>
              <a:ext uri="{FF2B5EF4-FFF2-40B4-BE49-F238E27FC236}">
                <a16:creationId xmlns:a16="http://schemas.microsoft.com/office/drawing/2014/main" id="{73F65D43-2090-4BD3-05A8-D3A19A0B4B94}"/>
              </a:ext>
            </a:extLst>
          </p:cNvPr>
          <p:cNvGraphicFramePr>
            <a:graphicFrameLocks noGrp="1"/>
          </p:cNvGraphicFramePr>
          <p:nvPr>
            <p:ph idx="1"/>
            <p:extLst>
              <p:ext uri="{D42A27DB-BD31-4B8C-83A1-F6EECF244321}">
                <p14:modId xmlns:p14="http://schemas.microsoft.com/office/powerpoint/2010/main" val="2962533648"/>
              </p:ext>
            </p:extLst>
          </p:nvPr>
        </p:nvGraphicFramePr>
        <p:xfrm>
          <a:off x="4545013" y="1199858"/>
          <a:ext cx="6451943" cy="446788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274327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8E1B587-7AC4-4304-956E-F9BC0D7C21FE}"/>
              </a:ext>
            </a:extLst>
          </p:cNvPr>
          <p:cNvSpPr txBox="1">
            <a:spLocks noGrp="1"/>
          </p:cNvSpPr>
          <p:nvPr>
            <p:ph type="title"/>
          </p:nvPr>
        </p:nvSpPr>
        <p:spPr>
          <a:xfrm>
            <a:off x="838200" y="422815"/>
            <a:ext cx="9903691" cy="646331"/>
          </a:xfrm>
          <a:prstGeom prst="rect">
            <a:avLst/>
          </a:prstGeom>
          <a:noFill/>
        </p:spPr>
        <p:txBody>
          <a:bodyPr wrap="square" rtlCol="0">
            <a:spAutoFit/>
          </a:bodyPr>
          <a:lstStyle/>
          <a:p>
            <a:r>
              <a:rPr lang="en-US" sz="4000" b="1" dirty="0">
                <a:solidFill>
                  <a:srgbClr val="7030A0"/>
                </a:solidFill>
                <a:latin typeface="Times New Roman" panose="02020603050405020304" pitchFamily="18" charset="0"/>
                <a:cs typeface="Times New Roman" panose="02020603050405020304" pitchFamily="18" charset="0"/>
              </a:rPr>
              <a:t>REFERENCES</a:t>
            </a:r>
            <a:endParaRPr lang="en-IN" sz="4000" b="1" dirty="0">
              <a:solidFill>
                <a:srgbClr val="7030A0"/>
              </a:solidFill>
              <a:latin typeface="Times New Roman" panose="02020603050405020304" pitchFamily="18" charset="0"/>
              <a:cs typeface="Times New Roman" panose="02020603050405020304" pitchFamily="18" charset="0"/>
            </a:endParaRPr>
          </a:p>
        </p:txBody>
      </p:sp>
      <p:sp>
        <p:nvSpPr>
          <p:cNvPr id="7" name="Content Placeholder 6">
            <a:extLst>
              <a:ext uri="{FF2B5EF4-FFF2-40B4-BE49-F238E27FC236}">
                <a16:creationId xmlns:a16="http://schemas.microsoft.com/office/drawing/2014/main" id="{4ECED461-E064-4FBA-A00A-F44A04896C5D}"/>
              </a:ext>
            </a:extLst>
          </p:cNvPr>
          <p:cNvSpPr txBox="1">
            <a:spLocks noGrp="1"/>
          </p:cNvSpPr>
          <p:nvPr>
            <p:ph idx="1"/>
          </p:nvPr>
        </p:nvSpPr>
        <p:spPr>
          <a:xfrm>
            <a:off x="838199" y="1260229"/>
            <a:ext cx="10515600" cy="840038"/>
          </a:xfrm>
          <a:prstGeom prst="rect">
            <a:avLst/>
          </a:prstGeom>
          <a:noFill/>
        </p:spPr>
        <p:txBody>
          <a:bodyPr wrap="square">
            <a:spAutoFit/>
          </a:bodyPr>
          <a:lstStyle/>
          <a:p>
            <a:pPr marL="0" marR="1301115" indent="0" algn="just">
              <a:spcBef>
                <a:spcPts val="1315"/>
              </a:spcBef>
              <a:spcAft>
                <a:spcPts val="0"/>
              </a:spcAft>
              <a:buNone/>
            </a:pPr>
            <a:endParaRPr lang="en-US" sz="1600" dirty="0">
              <a:solidFill>
                <a:schemeClr val="tx1"/>
              </a:solidFill>
            </a:endParaRPr>
          </a:p>
          <a:p>
            <a:pPr marL="342900" marR="296545" lvl="0" indent="-342900">
              <a:lnSpc>
                <a:spcPct val="150000"/>
              </a:lnSpc>
              <a:spcBef>
                <a:spcPts val="305"/>
              </a:spcBef>
              <a:spcAft>
                <a:spcPts val="0"/>
              </a:spcAft>
              <a:buFont typeface="Symbol" panose="05050102010706020507" pitchFamily="18" charset="2"/>
              <a:buChar char=""/>
            </a:pPr>
            <a:endParaRPr lang="en-IN" sz="2400" b="1" kern="0" dirty="0">
              <a:solidFill>
                <a:schemeClr val="tx1"/>
              </a:solidFill>
              <a:effectLst/>
              <a:latin typeface="Times New Roman" panose="02020603050405020304" pitchFamily="18" charset="0"/>
              <a:ea typeface="Times New Roman" panose="02020603050405020304" pitchFamily="18" charset="0"/>
            </a:endParaRPr>
          </a:p>
        </p:txBody>
      </p:sp>
      <p:sp>
        <p:nvSpPr>
          <p:cNvPr id="5" name="Slide Number Placeholder 4">
            <a:extLst>
              <a:ext uri="{FF2B5EF4-FFF2-40B4-BE49-F238E27FC236}">
                <a16:creationId xmlns:a16="http://schemas.microsoft.com/office/drawing/2014/main" id="{9262A0B4-161F-488E-903A-9EFEFF910AED}"/>
              </a:ext>
            </a:extLst>
          </p:cNvPr>
          <p:cNvSpPr>
            <a:spLocks noGrp="1"/>
          </p:cNvSpPr>
          <p:nvPr>
            <p:ph type="sldNum" sz="quarter" idx="12"/>
          </p:nvPr>
        </p:nvSpPr>
        <p:spPr/>
        <p:txBody>
          <a:bodyPr/>
          <a:lstStyle/>
          <a:p>
            <a:fld id="{5E3901C0-E6C4-4CD0-A2CB-0632E133B8B8}" type="slidenum">
              <a:rPr lang="en-IN" smtClean="0"/>
              <a:t>11</a:t>
            </a:fld>
            <a:endParaRPr lang="en-IN" dirty="0"/>
          </a:p>
        </p:txBody>
      </p:sp>
      <p:sp>
        <p:nvSpPr>
          <p:cNvPr id="2" name="TextBox 1">
            <a:extLst>
              <a:ext uri="{FF2B5EF4-FFF2-40B4-BE49-F238E27FC236}">
                <a16:creationId xmlns:a16="http://schemas.microsoft.com/office/drawing/2014/main" id="{C6910550-DDD1-AF9E-98F3-1261FAEF47FF}"/>
              </a:ext>
            </a:extLst>
          </p:cNvPr>
          <p:cNvSpPr txBox="1"/>
          <p:nvPr/>
        </p:nvSpPr>
        <p:spPr>
          <a:xfrm>
            <a:off x="711200" y="1442720"/>
            <a:ext cx="10373360" cy="2862322"/>
          </a:xfrm>
          <a:prstGeom prst="rect">
            <a:avLst/>
          </a:prstGeom>
          <a:noFill/>
        </p:spPr>
        <p:txBody>
          <a:bodyPr wrap="square" rtlCol="0">
            <a:spAutoFit/>
          </a:bodyPr>
          <a:lstStyle/>
          <a:p>
            <a:r>
              <a:rPr lang="en-US" sz="1800" dirty="0">
                <a:effectLst/>
                <a:latin typeface="Times New Roman" panose="02020603050405020304" pitchFamily="18" charset="0"/>
                <a:ea typeface="Times New Roman" panose="02020603050405020304" pitchFamily="18" charset="0"/>
                <a:cs typeface="Arial" panose="020B0604020202020204" pitchFamily="34" charset="0"/>
              </a:rPr>
              <a:t>[1]</a:t>
            </a:r>
            <a:r>
              <a:rPr lang="en-US" sz="1800" i="1" u="sng" dirty="0">
                <a:solidFill>
                  <a:srgbClr val="0070C0"/>
                </a:solidFill>
                <a:effectLst/>
                <a:latin typeface="Times New Roman" panose="02020603050405020304" pitchFamily="18" charset="0"/>
                <a:ea typeface="Calibri" panose="020F0502020204030204" pitchFamily="34" charset="0"/>
                <a:cs typeface="Arial" panose="020B0604020202020204" pitchFamily="34" charset="0"/>
                <a:hlinkClick r:id="rId2">
                  <a:extLst>
                    <a:ext uri="{A12FA001-AC4F-418D-AE19-62706E023703}">
                      <ahyp:hlinkClr xmlns:ahyp="http://schemas.microsoft.com/office/drawing/2018/hyperlinkcolor" val="tx"/>
                    </a:ext>
                  </a:extLst>
                </a:hlinkClick>
              </a:rPr>
              <a:t>https://www.researchgate.net/publication/344357016_Internet_of_Things_Based_Electricity_Theft_Detection_Using_Raspberry_PI</a:t>
            </a:r>
            <a:endParaRPr lang="en-IN" sz="1800" dirty="0">
              <a:solidFill>
                <a:srgbClr val="0070C0"/>
              </a:solidFill>
              <a:effectLst/>
              <a:latin typeface="Calibri" panose="020F0502020204030204" pitchFamily="34" charset="0"/>
              <a:ea typeface="Calibri" panose="020F0502020204030204" pitchFamily="34" charset="0"/>
              <a:cs typeface="Arial" panose="020B0604020202020204" pitchFamily="34" charset="0"/>
            </a:endParaRPr>
          </a:p>
          <a:p>
            <a:r>
              <a:rPr lang="en-US" sz="1800" i="1" dirty="0">
                <a:effectLst/>
                <a:latin typeface="Times New Roman" panose="02020603050405020304" pitchFamily="18" charset="0"/>
                <a:ea typeface="Calibri" panose="020F0502020204030204" pitchFamily="34" charset="0"/>
                <a:cs typeface="Arial" panose="020B0604020202020204" pitchFamily="34" charset="0"/>
              </a:rPr>
              <a:t> </a:t>
            </a:r>
            <a:endParaRPr lang="en-IN" sz="1800" dirty="0">
              <a:effectLst/>
              <a:latin typeface="Calibri" panose="020F0502020204030204" pitchFamily="34" charset="0"/>
              <a:ea typeface="Calibri" panose="020F0502020204030204" pitchFamily="34" charset="0"/>
              <a:cs typeface="Arial" panose="020B0604020202020204" pitchFamily="34" charset="0"/>
            </a:endParaRPr>
          </a:p>
          <a:p>
            <a:r>
              <a:rPr lang="en-US" sz="1800" dirty="0">
                <a:effectLst/>
                <a:latin typeface="Times New Roman" panose="02020603050405020304" pitchFamily="18" charset="0"/>
                <a:ea typeface="Calibri" panose="020F0502020204030204" pitchFamily="34" charset="0"/>
                <a:cs typeface="Arial" panose="020B0604020202020204" pitchFamily="34" charset="0"/>
              </a:rPr>
              <a:t>[2] </a:t>
            </a:r>
            <a:r>
              <a:rPr lang="en-US" sz="1800" i="1" u="sng" dirty="0">
                <a:solidFill>
                  <a:srgbClr val="0070C0"/>
                </a:solidFill>
                <a:effectLst/>
                <a:latin typeface="Times New Roman" panose="02020603050405020304" pitchFamily="18" charset="0"/>
                <a:ea typeface="Calibri" panose="020F0502020204030204" pitchFamily="34" charset="0"/>
                <a:cs typeface="Arial" panose="020B0604020202020204" pitchFamily="34" charset="0"/>
                <a:hlinkClick r:id="rId3">
                  <a:extLst>
                    <a:ext uri="{A12FA001-AC4F-418D-AE19-62706E023703}">
                      <ahyp:hlinkClr xmlns:ahyp="http://schemas.microsoft.com/office/drawing/2018/hyperlinkcolor" val="tx"/>
                    </a:ext>
                  </a:extLst>
                </a:hlinkClick>
              </a:rPr>
              <a:t>https://iopscience.iop.org/article/10.1088/1742-6596/1362/1/012027/meta</a:t>
            </a:r>
            <a:endParaRPr lang="en-IN" sz="1800" dirty="0">
              <a:solidFill>
                <a:srgbClr val="0070C0"/>
              </a:solidFill>
              <a:effectLst/>
              <a:latin typeface="Calibri" panose="020F0502020204030204" pitchFamily="34" charset="0"/>
              <a:ea typeface="Calibri" panose="020F0502020204030204" pitchFamily="34" charset="0"/>
              <a:cs typeface="Arial" panose="020B0604020202020204" pitchFamily="34" charset="0"/>
            </a:endParaRPr>
          </a:p>
          <a:p>
            <a:r>
              <a:rPr lang="en-US" sz="1800" i="1" u="none" strike="noStrike" dirty="0">
                <a:effectLst/>
                <a:latin typeface="Times New Roman" panose="02020603050405020304" pitchFamily="18" charset="0"/>
                <a:ea typeface="Calibri" panose="020F0502020204030204" pitchFamily="34" charset="0"/>
                <a:cs typeface="Arial" panose="020B0604020202020204" pitchFamily="34" charset="0"/>
              </a:rPr>
              <a:t> </a:t>
            </a:r>
            <a:endParaRPr lang="en-IN" sz="1800" dirty="0">
              <a:effectLst/>
              <a:latin typeface="Calibri" panose="020F0502020204030204" pitchFamily="34" charset="0"/>
              <a:ea typeface="Calibri" panose="020F0502020204030204" pitchFamily="34" charset="0"/>
              <a:cs typeface="Arial" panose="020B0604020202020204" pitchFamily="34" charset="0"/>
            </a:endParaRPr>
          </a:p>
          <a:p>
            <a:r>
              <a:rPr lang="en-US" sz="1800" dirty="0">
                <a:effectLst/>
                <a:latin typeface="Times New Roman" panose="02020603050405020304" pitchFamily="18" charset="0"/>
                <a:ea typeface="Calibri" panose="020F0502020204030204" pitchFamily="34" charset="0"/>
                <a:cs typeface="Arial" panose="020B0604020202020204" pitchFamily="34" charset="0"/>
              </a:rPr>
              <a:t>[3] </a:t>
            </a:r>
            <a:r>
              <a:rPr lang="en-US" sz="1800" i="1" u="sng" dirty="0">
                <a:solidFill>
                  <a:srgbClr val="0070C0"/>
                </a:solidFill>
                <a:effectLst/>
                <a:latin typeface="Times New Roman" panose="02020603050405020304" pitchFamily="18" charset="0"/>
                <a:ea typeface="Calibri" panose="020F0502020204030204" pitchFamily="34" charset="0"/>
                <a:cs typeface="Arial" panose="020B0604020202020204" pitchFamily="34" charset="0"/>
                <a:hlinkClick r:id="rId4">
                  <a:extLst>
                    <a:ext uri="{A12FA001-AC4F-418D-AE19-62706E023703}">
                      <ahyp:hlinkClr xmlns:ahyp="http://schemas.microsoft.com/office/drawing/2018/hyperlinkcolor" val="tx"/>
                    </a:ext>
                  </a:extLst>
                </a:hlinkClick>
              </a:rPr>
              <a:t>https://www.ijert.org/research/smart-energy-meter-and-monitoring-system-using-iot-IJERTCONV8IS14011.pdf</a:t>
            </a:r>
            <a:endParaRPr lang="en-IN" sz="1800" dirty="0">
              <a:solidFill>
                <a:srgbClr val="0070C0"/>
              </a:solidFill>
              <a:effectLst/>
              <a:latin typeface="Calibri" panose="020F0502020204030204" pitchFamily="34" charset="0"/>
              <a:ea typeface="Calibri" panose="020F0502020204030204" pitchFamily="34" charset="0"/>
              <a:cs typeface="Arial" panose="020B0604020202020204" pitchFamily="34" charset="0"/>
            </a:endParaRPr>
          </a:p>
          <a:p>
            <a:r>
              <a:rPr lang="en-US" sz="1800" i="1" u="none" strike="noStrike" dirty="0">
                <a:solidFill>
                  <a:srgbClr val="0070C0"/>
                </a:solidFill>
                <a:effectLst/>
                <a:latin typeface="Times New Roman" panose="02020603050405020304" pitchFamily="18" charset="0"/>
                <a:ea typeface="Calibri" panose="020F0502020204030204" pitchFamily="34" charset="0"/>
                <a:cs typeface="Arial" panose="020B0604020202020204" pitchFamily="34" charset="0"/>
              </a:rPr>
              <a:t> </a:t>
            </a:r>
            <a:endParaRPr lang="en-IN" sz="1800" dirty="0">
              <a:solidFill>
                <a:srgbClr val="0070C0"/>
              </a:solidFill>
              <a:effectLst/>
              <a:latin typeface="Calibri" panose="020F0502020204030204" pitchFamily="34" charset="0"/>
              <a:ea typeface="Calibri" panose="020F0502020204030204" pitchFamily="34" charset="0"/>
              <a:cs typeface="Arial" panose="020B0604020202020204" pitchFamily="34" charset="0"/>
            </a:endParaRPr>
          </a:p>
          <a:p>
            <a:r>
              <a:rPr lang="en-US" sz="1800" dirty="0">
                <a:effectLst/>
                <a:latin typeface="Times New Roman" panose="02020603050405020304" pitchFamily="18" charset="0"/>
                <a:ea typeface="Calibri" panose="020F0502020204030204" pitchFamily="34" charset="0"/>
                <a:cs typeface="Arial" panose="020B0604020202020204" pitchFamily="34" charset="0"/>
              </a:rPr>
              <a:t>[4] </a:t>
            </a:r>
            <a:r>
              <a:rPr lang="en-US" sz="1800" i="1" u="sng" dirty="0">
                <a:solidFill>
                  <a:srgbClr val="0070C0"/>
                </a:solidFill>
                <a:effectLst/>
                <a:latin typeface="Times New Roman" panose="02020603050405020304" pitchFamily="18" charset="0"/>
                <a:ea typeface="Calibri" panose="020F0502020204030204" pitchFamily="34" charset="0"/>
                <a:cs typeface="Arial" panose="020B0604020202020204" pitchFamily="34" charset="0"/>
                <a:hlinkClick r:id="rId5">
                  <a:extLst>
                    <a:ext uri="{A12FA001-AC4F-418D-AE19-62706E023703}">
                      <ahyp:hlinkClr xmlns:ahyp="http://schemas.microsoft.com/office/drawing/2018/hyperlinkcolor" val="tx"/>
                    </a:ext>
                  </a:extLst>
                </a:hlinkClick>
              </a:rPr>
              <a:t>https://www.smart-energy.com/industry-sectors/energy-grid-management/energy-theft-and-fraud-reduction/</a:t>
            </a:r>
            <a:endParaRPr lang="en-IN" sz="1800" dirty="0">
              <a:solidFill>
                <a:srgbClr val="0070C0"/>
              </a:solidFill>
              <a:effectLst/>
              <a:latin typeface="Calibri" panose="020F0502020204030204" pitchFamily="34" charset="0"/>
              <a:ea typeface="Calibri" panose="020F0502020204030204" pitchFamily="34" charset="0"/>
              <a:cs typeface="Arial" panose="020B0604020202020204" pitchFamily="34" charset="0"/>
            </a:endParaRPr>
          </a:p>
          <a:p>
            <a:endParaRPr lang="en-IN" dirty="0"/>
          </a:p>
        </p:txBody>
      </p:sp>
    </p:spTree>
    <p:extLst>
      <p:ext uri="{BB962C8B-B14F-4D97-AF65-F5344CB8AC3E}">
        <p14:creationId xmlns:p14="http://schemas.microsoft.com/office/powerpoint/2010/main" val="2032515730"/>
      </p:ext>
    </p:extLst>
  </p:cSld>
  <p:clrMapOvr>
    <a:masterClrMapping/>
  </p:clrMapOvr>
</p:sld>
</file>

<file path=ppt/theme/theme1.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Basis">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sis">
      <a:fillStyleLst>
        <a:solidFill>
          <a:schemeClr val="phClr"/>
        </a:solidFill>
        <a:solidFill>
          <a:schemeClr val="phClr">
            <a:tint val="55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name="Basis" id="{5665723A-49BA-4B57-8411-A56F8F207965}" vid="{90E45F77-AEFC-46EF-A7C1-5B338C297B0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106</TotalTime>
  <Words>449</Words>
  <Application>Microsoft Office PowerPoint</Application>
  <PresentationFormat>Widescreen</PresentationFormat>
  <Paragraphs>53</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Corbel</vt:lpstr>
      <vt:lpstr>Symbol</vt:lpstr>
      <vt:lpstr>Times New Roman</vt:lpstr>
      <vt:lpstr>Basis</vt:lpstr>
      <vt:lpstr>PowerPoint Presentation</vt:lpstr>
      <vt:lpstr>CONTENTS</vt:lpstr>
      <vt:lpstr>INTRODUCTION</vt:lpstr>
      <vt:lpstr>MOTIVATION</vt:lpstr>
      <vt:lpstr>DESCRIPTION OF PROJECT/METHODOLOGY FOLLOWED </vt:lpstr>
      <vt:lpstr>PowerPoint Presentation</vt:lpstr>
      <vt:lpstr>RESULTS AND DISCUSSION</vt:lpstr>
      <vt:lpstr>PowerPoint Presentation</vt:lpstr>
      <vt:lpstr>PowerPoint Presentation</vt:lpstr>
      <vt:lpstr>CONCLUSION</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Padmaja Jain</dc:creator>
  <cp:lastModifiedBy>Aditya Mishra</cp:lastModifiedBy>
  <cp:revision>15</cp:revision>
  <dcterms:modified xsi:type="dcterms:W3CDTF">2026-02-06T06:50:44Z</dcterms:modified>
</cp:coreProperties>
</file>